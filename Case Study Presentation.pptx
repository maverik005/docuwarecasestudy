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5" r:id="rId1"/>
  </p:sldMasterIdLst>
  <p:notesMasterIdLst>
    <p:notesMasterId r:id="rId11"/>
  </p:notesMasterIdLst>
  <p:sldIdLst>
    <p:sldId id="256" r:id="rId2"/>
    <p:sldId id="268" r:id="rId3"/>
    <p:sldId id="257" r:id="rId4"/>
    <p:sldId id="260" r:id="rId5"/>
    <p:sldId id="261" r:id="rId6"/>
    <p:sldId id="267" r:id="rId7"/>
    <p:sldId id="264" r:id="rId8"/>
    <p:sldId id="266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417F90-DD7E-47E7-89FD-FF09BE4AAF04}" type="doc">
      <dgm:prSet loTypeId="urn:microsoft.com/office/officeart/2011/layout/Tab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CD3DDD-DDF8-4214-BDE1-0428D6BFC52B}">
      <dgm:prSet phldrT="[Text]" phldr="0" custT="1"/>
      <dgm:spPr/>
      <dgm:t>
        <a:bodyPr/>
        <a:lstStyle/>
        <a:p>
          <a:pPr algn="l"/>
          <a:r>
            <a:rPr lang="de-DE" sz="2200" dirty="0">
              <a:latin typeface="Baskerville Old Face" panose="02020602080505020303" pitchFamily="18" charset="0"/>
            </a:rPr>
            <a:t>API Layer</a:t>
          </a:r>
          <a:endParaRPr lang="en-US" sz="2200" dirty="0">
            <a:latin typeface="Baskerville Old Face" panose="02020602080505020303" pitchFamily="18" charset="0"/>
          </a:endParaRPr>
        </a:p>
      </dgm:t>
    </dgm:pt>
    <dgm:pt modelId="{85B2711F-1A58-4F43-878B-4D65989E44F1}" type="parTrans" cxnId="{4034F378-97D8-461E-A6DE-27E468CB8EF3}">
      <dgm:prSet/>
      <dgm:spPr/>
      <dgm:t>
        <a:bodyPr/>
        <a:lstStyle/>
        <a:p>
          <a:endParaRPr lang="en-US"/>
        </a:p>
      </dgm:t>
    </dgm:pt>
    <dgm:pt modelId="{B450F553-4854-44C8-9AE2-E7A3DDD2E985}" type="sibTrans" cxnId="{4034F378-97D8-461E-A6DE-27E468CB8EF3}">
      <dgm:prSet/>
      <dgm:spPr/>
      <dgm:t>
        <a:bodyPr/>
        <a:lstStyle/>
        <a:p>
          <a:endParaRPr lang="en-US"/>
        </a:p>
      </dgm:t>
    </dgm:pt>
    <dgm:pt modelId="{03BC8F22-9CE2-4B13-9083-57977AC84018}">
      <dgm:prSet phldrT="[Text]" phldr="0" custT="1"/>
      <dgm:spPr/>
      <dgm:t>
        <a:bodyPr/>
        <a:lstStyle/>
        <a:p>
          <a:r>
            <a:rPr lang="en-US" sz="2200" dirty="0" err="1">
              <a:latin typeface="Baskerville Old Face" panose="02020602080505020303" pitchFamily="18" charset="0"/>
            </a:rPr>
            <a:t>EventRegistration.API</a:t>
          </a:r>
          <a:endParaRPr lang="en-US" sz="2200" dirty="0">
            <a:latin typeface="Baskerville Old Face" panose="02020602080505020303" pitchFamily="18" charset="0"/>
          </a:endParaRPr>
        </a:p>
      </dgm:t>
    </dgm:pt>
    <dgm:pt modelId="{076C9EE8-ED6A-4B9E-B3E7-3318BA4F1A66}" type="parTrans" cxnId="{DF533D28-2397-4D1A-871F-1B8B8E80AD5D}">
      <dgm:prSet/>
      <dgm:spPr/>
      <dgm:t>
        <a:bodyPr/>
        <a:lstStyle/>
        <a:p>
          <a:endParaRPr lang="en-US"/>
        </a:p>
      </dgm:t>
    </dgm:pt>
    <dgm:pt modelId="{B0E863DE-54BF-448E-B95A-4166A57E4652}" type="sibTrans" cxnId="{DF533D28-2397-4D1A-871F-1B8B8E80AD5D}">
      <dgm:prSet/>
      <dgm:spPr/>
      <dgm:t>
        <a:bodyPr/>
        <a:lstStyle/>
        <a:p>
          <a:endParaRPr lang="en-US"/>
        </a:p>
      </dgm:t>
    </dgm:pt>
    <dgm:pt modelId="{57AA9896-EA38-4504-9532-C17E438020DE}">
      <dgm:prSet phldrT="[Text]" phldr="0" custT="1"/>
      <dgm:spPr/>
      <dgm:t>
        <a:bodyPr/>
        <a:lstStyle/>
        <a:p>
          <a:r>
            <a:rPr lang="de-DE" sz="2000" dirty="0">
              <a:latin typeface="Baskerville Old Face" panose="02020602080505020303" pitchFamily="18" charset="0"/>
            </a:rPr>
            <a:t>Controllers</a:t>
          </a:r>
          <a:endParaRPr lang="en-US" sz="2000" dirty="0">
            <a:latin typeface="Baskerville Old Face" panose="02020602080505020303" pitchFamily="18" charset="0"/>
          </a:endParaRPr>
        </a:p>
      </dgm:t>
    </dgm:pt>
    <dgm:pt modelId="{303C263E-FF28-467B-99BD-49B0CA86BFFA}" type="parTrans" cxnId="{584607AA-F1F9-4DBF-9082-E829611A7D02}">
      <dgm:prSet/>
      <dgm:spPr/>
      <dgm:t>
        <a:bodyPr/>
        <a:lstStyle/>
        <a:p>
          <a:endParaRPr lang="en-US"/>
        </a:p>
      </dgm:t>
    </dgm:pt>
    <dgm:pt modelId="{948BA82C-4226-4908-8574-7A15B7F9B7C1}" type="sibTrans" cxnId="{584607AA-F1F9-4DBF-9082-E829611A7D02}">
      <dgm:prSet/>
      <dgm:spPr/>
      <dgm:t>
        <a:bodyPr/>
        <a:lstStyle/>
        <a:p>
          <a:endParaRPr lang="en-US"/>
        </a:p>
      </dgm:t>
    </dgm:pt>
    <dgm:pt modelId="{67F58623-AC39-4FDD-8E26-150DC13F3EEF}">
      <dgm:prSet phldrT="[Text]" phldr="0" custT="1"/>
      <dgm:spPr/>
      <dgm:t>
        <a:bodyPr/>
        <a:lstStyle/>
        <a:p>
          <a:pPr algn="l"/>
          <a:r>
            <a:rPr lang="de-DE" sz="2200" dirty="0">
              <a:latin typeface="Baskerville Old Face" panose="02020602080505020303" pitchFamily="18" charset="0"/>
            </a:rPr>
            <a:t>Core Layer</a:t>
          </a:r>
          <a:endParaRPr lang="en-US" sz="2200" dirty="0">
            <a:latin typeface="Baskerville Old Face" panose="02020602080505020303" pitchFamily="18" charset="0"/>
          </a:endParaRPr>
        </a:p>
      </dgm:t>
    </dgm:pt>
    <dgm:pt modelId="{8E18F923-7DC4-48F1-AD2F-76FC95EF6EAD}" type="parTrans" cxnId="{54966DD4-A186-4F5A-B2EE-22AE92BA389F}">
      <dgm:prSet/>
      <dgm:spPr/>
      <dgm:t>
        <a:bodyPr/>
        <a:lstStyle/>
        <a:p>
          <a:endParaRPr lang="en-US"/>
        </a:p>
      </dgm:t>
    </dgm:pt>
    <dgm:pt modelId="{EFE7B313-3A75-4C58-B133-D602CD55DD23}" type="sibTrans" cxnId="{54966DD4-A186-4F5A-B2EE-22AE92BA389F}">
      <dgm:prSet/>
      <dgm:spPr/>
      <dgm:t>
        <a:bodyPr/>
        <a:lstStyle/>
        <a:p>
          <a:endParaRPr lang="en-US"/>
        </a:p>
      </dgm:t>
    </dgm:pt>
    <dgm:pt modelId="{B7548958-C223-49A7-BA22-1728C3F5A603}">
      <dgm:prSet phldrT="[Text]" custT="1"/>
      <dgm:spPr/>
      <dgm:t>
        <a:bodyPr/>
        <a:lstStyle/>
        <a:p>
          <a:r>
            <a:rPr lang="en-US" sz="2200" dirty="0" err="1">
              <a:latin typeface="Baskerville Old Face" panose="02020602080505020303" pitchFamily="18" charset="0"/>
            </a:rPr>
            <a:t>EventRegistration.Core</a:t>
          </a:r>
          <a:endParaRPr lang="en-US" sz="2200" dirty="0">
            <a:latin typeface="Baskerville Old Face" panose="02020602080505020303" pitchFamily="18" charset="0"/>
          </a:endParaRPr>
        </a:p>
      </dgm:t>
    </dgm:pt>
    <dgm:pt modelId="{02B27580-516E-413D-ABAB-C80F70FBE0DD}" type="parTrans" cxnId="{FB3FDFB9-A0BC-4A96-A542-C94B5DA85C73}">
      <dgm:prSet/>
      <dgm:spPr/>
      <dgm:t>
        <a:bodyPr/>
        <a:lstStyle/>
        <a:p>
          <a:endParaRPr lang="en-US"/>
        </a:p>
      </dgm:t>
    </dgm:pt>
    <dgm:pt modelId="{52CA82D6-6650-49EE-BF5C-4265F0041CB7}" type="sibTrans" cxnId="{FB3FDFB9-A0BC-4A96-A542-C94B5DA85C73}">
      <dgm:prSet/>
      <dgm:spPr/>
      <dgm:t>
        <a:bodyPr/>
        <a:lstStyle/>
        <a:p>
          <a:endParaRPr lang="en-US"/>
        </a:p>
      </dgm:t>
    </dgm:pt>
    <dgm:pt modelId="{3808FB85-416F-4C47-860B-05DBFD1F376C}">
      <dgm:prSet phldrT="[Text]" phldr="0" custT="1"/>
      <dgm:spPr/>
      <dgm:t>
        <a:bodyPr/>
        <a:lstStyle/>
        <a:p>
          <a:r>
            <a:rPr lang="de-DE" sz="2000" dirty="0">
              <a:latin typeface="Baskerville Old Face" panose="02020602080505020303" pitchFamily="18" charset="0"/>
            </a:rPr>
            <a:t>Interfaces</a:t>
          </a:r>
          <a:endParaRPr lang="en-US" sz="2000" dirty="0">
            <a:latin typeface="Baskerville Old Face" panose="02020602080505020303" pitchFamily="18" charset="0"/>
          </a:endParaRPr>
        </a:p>
      </dgm:t>
    </dgm:pt>
    <dgm:pt modelId="{B65BB251-7180-48C7-A18F-0B197C961D2B}" type="parTrans" cxnId="{8874CB22-6AB7-446E-B372-4BD3D16AF379}">
      <dgm:prSet/>
      <dgm:spPr/>
      <dgm:t>
        <a:bodyPr/>
        <a:lstStyle/>
        <a:p>
          <a:endParaRPr lang="en-US"/>
        </a:p>
      </dgm:t>
    </dgm:pt>
    <dgm:pt modelId="{AD75DBB6-D319-414F-A594-6CC1BA72140F}" type="sibTrans" cxnId="{8874CB22-6AB7-446E-B372-4BD3D16AF379}">
      <dgm:prSet/>
      <dgm:spPr/>
      <dgm:t>
        <a:bodyPr/>
        <a:lstStyle/>
        <a:p>
          <a:endParaRPr lang="en-US"/>
        </a:p>
      </dgm:t>
    </dgm:pt>
    <dgm:pt modelId="{F9ECE948-2CA4-4EDA-9F83-73AE55F70152}">
      <dgm:prSet phldrT="[Text]" custT="1"/>
      <dgm:spPr/>
      <dgm:t>
        <a:bodyPr/>
        <a:lstStyle/>
        <a:p>
          <a:pPr>
            <a:buNone/>
          </a:pPr>
          <a:r>
            <a:rPr lang="en-US" sz="2200" dirty="0">
              <a:latin typeface="Baskerville Old Face" panose="02020602080505020303" pitchFamily="18" charset="0"/>
            </a:rPr>
            <a:t>Infrastructure Layer </a:t>
          </a:r>
        </a:p>
      </dgm:t>
    </dgm:pt>
    <dgm:pt modelId="{BA17E51A-68DD-4E24-A294-A156279F5143}" type="parTrans" cxnId="{951ADCA1-1DE1-4FCC-87E6-DEDF1D2BB3FE}">
      <dgm:prSet/>
      <dgm:spPr/>
      <dgm:t>
        <a:bodyPr/>
        <a:lstStyle/>
        <a:p>
          <a:endParaRPr lang="en-US"/>
        </a:p>
      </dgm:t>
    </dgm:pt>
    <dgm:pt modelId="{48783D9E-2745-468B-9143-4DF8C7CECF98}" type="sibTrans" cxnId="{951ADCA1-1DE1-4FCC-87E6-DEDF1D2BB3FE}">
      <dgm:prSet/>
      <dgm:spPr/>
      <dgm:t>
        <a:bodyPr/>
        <a:lstStyle/>
        <a:p>
          <a:endParaRPr lang="en-US"/>
        </a:p>
      </dgm:t>
    </dgm:pt>
    <dgm:pt modelId="{801E6B40-A501-4DCA-8638-BF8D4990F102}">
      <dgm:prSet phldrT="[Text]" custT="1"/>
      <dgm:spPr/>
      <dgm:t>
        <a:bodyPr/>
        <a:lstStyle/>
        <a:p>
          <a:r>
            <a:rPr lang="en-US" sz="2200" dirty="0" err="1">
              <a:latin typeface="Baskerville Old Face" panose="02020602080505020303" pitchFamily="18" charset="0"/>
            </a:rPr>
            <a:t>EventRegistration.Infrastructure</a:t>
          </a:r>
          <a:endParaRPr lang="en-US" sz="2200" dirty="0">
            <a:latin typeface="Baskerville Old Face" panose="02020602080505020303" pitchFamily="18" charset="0"/>
          </a:endParaRPr>
        </a:p>
      </dgm:t>
    </dgm:pt>
    <dgm:pt modelId="{B140BFD7-159E-42CA-8DA4-5E7D28C50848}" type="parTrans" cxnId="{7E89A307-CA67-454C-A3DE-14B8D8E5C00E}">
      <dgm:prSet/>
      <dgm:spPr/>
      <dgm:t>
        <a:bodyPr/>
        <a:lstStyle/>
        <a:p>
          <a:endParaRPr lang="en-US"/>
        </a:p>
      </dgm:t>
    </dgm:pt>
    <dgm:pt modelId="{5F82D135-22D7-4F85-8BFE-66A7FAD6B8C6}" type="sibTrans" cxnId="{7E89A307-CA67-454C-A3DE-14B8D8E5C00E}">
      <dgm:prSet/>
      <dgm:spPr/>
      <dgm:t>
        <a:bodyPr/>
        <a:lstStyle/>
        <a:p>
          <a:endParaRPr lang="en-US"/>
        </a:p>
      </dgm:t>
    </dgm:pt>
    <dgm:pt modelId="{23BAD349-F79A-4280-9042-4D8E9A65DC0C}">
      <dgm:prSet phldrT="[Text]" phldr="0" custT="1"/>
      <dgm:spPr/>
      <dgm:t>
        <a:bodyPr/>
        <a:lstStyle/>
        <a:p>
          <a:r>
            <a:rPr lang="de-DE" sz="2000" dirty="0">
              <a:latin typeface="Baskerville Old Face" panose="02020602080505020303" pitchFamily="18" charset="0"/>
            </a:rPr>
            <a:t>DB Context</a:t>
          </a:r>
          <a:endParaRPr lang="en-US" sz="2000" dirty="0">
            <a:latin typeface="Baskerville Old Face" panose="02020602080505020303" pitchFamily="18" charset="0"/>
          </a:endParaRPr>
        </a:p>
      </dgm:t>
    </dgm:pt>
    <dgm:pt modelId="{DE79346E-8A35-49BC-BBD4-75C1D990E907}" type="parTrans" cxnId="{C5AB523E-7696-45E8-9CAF-3C7CD453AB03}">
      <dgm:prSet/>
      <dgm:spPr/>
      <dgm:t>
        <a:bodyPr/>
        <a:lstStyle/>
        <a:p>
          <a:endParaRPr lang="en-US"/>
        </a:p>
      </dgm:t>
    </dgm:pt>
    <dgm:pt modelId="{C3AC1333-3188-40D6-9D22-9688E9678CF6}" type="sibTrans" cxnId="{C5AB523E-7696-45E8-9CAF-3C7CD453AB03}">
      <dgm:prSet/>
      <dgm:spPr/>
      <dgm:t>
        <a:bodyPr/>
        <a:lstStyle/>
        <a:p>
          <a:endParaRPr lang="en-US"/>
        </a:p>
      </dgm:t>
    </dgm:pt>
    <dgm:pt modelId="{8A87FD78-8BC8-4D55-BF2A-FDD52266D56C}">
      <dgm:prSet phldrT="[Text]" phldr="0" custT="1"/>
      <dgm:spPr/>
      <dgm:t>
        <a:bodyPr/>
        <a:lstStyle/>
        <a:p>
          <a:r>
            <a:rPr lang="de-DE" sz="2000" dirty="0">
              <a:latin typeface="Baskerville Old Face" panose="02020602080505020303" pitchFamily="18" charset="0"/>
            </a:rPr>
            <a:t>Authentication/Authorization (Microsoft Entra ID)</a:t>
          </a:r>
          <a:endParaRPr lang="en-US" sz="2000" dirty="0">
            <a:latin typeface="Baskerville Old Face" panose="02020602080505020303" pitchFamily="18" charset="0"/>
          </a:endParaRPr>
        </a:p>
      </dgm:t>
    </dgm:pt>
    <dgm:pt modelId="{184B41F1-3925-40E9-BF11-BC420D0F394D}" type="parTrans" cxnId="{FDC20E53-9193-42CD-AFAD-1EC40337A8FC}">
      <dgm:prSet/>
      <dgm:spPr/>
      <dgm:t>
        <a:bodyPr/>
        <a:lstStyle/>
        <a:p>
          <a:endParaRPr lang="en-US"/>
        </a:p>
      </dgm:t>
    </dgm:pt>
    <dgm:pt modelId="{F907C21B-ED62-4101-BF32-570BCEDE119F}" type="sibTrans" cxnId="{FDC20E53-9193-42CD-AFAD-1EC40337A8FC}">
      <dgm:prSet/>
      <dgm:spPr/>
      <dgm:t>
        <a:bodyPr/>
        <a:lstStyle/>
        <a:p>
          <a:endParaRPr lang="en-US"/>
        </a:p>
      </dgm:t>
    </dgm:pt>
    <dgm:pt modelId="{8BF3DD3B-F2AE-4CC7-937D-BC459E96DD55}">
      <dgm:prSet custT="1"/>
      <dgm:spPr/>
      <dgm:t>
        <a:bodyPr/>
        <a:lstStyle/>
        <a:p>
          <a:r>
            <a:rPr lang="en-US" sz="2000" dirty="0">
              <a:latin typeface="Baskerville Old Face" panose="02020602080505020303" pitchFamily="18" charset="0"/>
            </a:rPr>
            <a:t>Entities</a:t>
          </a:r>
        </a:p>
      </dgm:t>
    </dgm:pt>
    <dgm:pt modelId="{34F81090-80BE-4D82-BD1B-688ADA00C9BD}" type="parTrans" cxnId="{A29CEF12-7286-44F1-B748-45379EC6F4E9}">
      <dgm:prSet/>
      <dgm:spPr/>
      <dgm:t>
        <a:bodyPr/>
        <a:lstStyle/>
        <a:p>
          <a:endParaRPr lang="en-US"/>
        </a:p>
      </dgm:t>
    </dgm:pt>
    <dgm:pt modelId="{679D5310-5521-4A2D-8268-68A470E8011D}" type="sibTrans" cxnId="{A29CEF12-7286-44F1-B748-45379EC6F4E9}">
      <dgm:prSet/>
      <dgm:spPr/>
      <dgm:t>
        <a:bodyPr/>
        <a:lstStyle/>
        <a:p>
          <a:endParaRPr lang="en-US"/>
        </a:p>
      </dgm:t>
    </dgm:pt>
    <dgm:pt modelId="{552754DE-A486-4654-92FE-D05B203EF42F}">
      <dgm:prSet phldrT="[Text]" phldr="0" custT="1"/>
      <dgm:spPr/>
      <dgm:t>
        <a:bodyPr/>
        <a:lstStyle/>
        <a:p>
          <a:r>
            <a:rPr lang="de-DE" sz="2000" dirty="0">
              <a:latin typeface="Baskerville Old Face" panose="02020602080505020303" pitchFamily="18" charset="0"/>
            </a:rPr>
            <a:t>Utilities</a:t>
          </a:r>
          <a:endParaRPr lang="en-US" sz="2000" dirty="0">
            <a:latin typeface="Baskerville Old Face" panose="02020602080505020303" pitchFamily="18" charset="0"/>
          </a:endParaRPr>
        </a:p>
      </dgm:t>
    </dgm:pt>
    <dgm:pt modelId="{59CD335E-DBDF-441F-A9F5-105CBD2083CE}" type="parTrans" cxnId="{31464441-6A6F-4D35-80EE-FC86C9A48BBF}">
      <dgm:prSet/>
      <dgm:spPr/>
      <dgm:t>
        <a:bodyPr/>
        <a:lstStyle/>
        <a:p>
          <a:endParaRPr lang="en-US"/>
        </a:p>
      </dgm:t>
    </dgm:pt>
    <dgm:pt modelId="{BAC6AFE2-C853-4E34-8233-E9642C2A88B2}" type="sibTrans" cxnId="{31464441-6A6F-4D35-80EE-FC86C9A48BBF}">
      <dgm:prSet/>
      <dgm:spPr/>
      <dgm:t>
        <a:bodyPr/>
        <a:lstStyle/>
        <a:p>
          <a:endParaRPr lang="en-US"/>
        </a:p>
      </dgm:t>
    </dgm:pt>
    <dgm:pt modelId="{4CC0E95B-18D6-49D8-AC3B-438755285FF2}">
      <dgm:prSet phldrT="[Text]" phldr="0" custT="1"/>
      <dgm:spPr/>
      <dgm:t>
        <a:bodyPr/>
        <a:lstStyle/>
        <a:p>
          <a:r>
            <a:rPr lang="de-DE" sz="2000" dirty="0">
              <a:latin typeface="Baskerville Old Face" panose="02020602080505020303" pitchFamily="18" charset="0"/>
            </a:rPr>
            <a:t>DTOs</a:t>
          </a:r>
          <a:endParaRPr lang="en-US" sz="2000" dirty="0">
            <a:latin typeface="Baskerville Old Face" panose="02020602080505020303" pitchFamily="18" charset="0"/>
          </a:endParaRPr>
        </a:p>
      </dgm:t>
    </dgm:pt>
    <dgm:pt modelId="{BD745DB4-876F-4A94-904C-857AD60C0F08}" type="parTrans" cxnId="{14379AF1-93DB-4428-B0C0-40163DFF950C}">
      <dgm:prSet/>
      <dgm:spPr/>
      <dgm:t>
        <a:bodyPr/>
        <a:lstStyle/>
        <a:p>
          <a:endParaRPr lang="en-US"/>
        </a:p>
      </dgm:t>
    </dgm:pt>
    <dgm:pt modelId="{9A549CA5-55FA-42ED-A8B0-AA736C4DBF1E}" type="sibTrans" cxnId="{14379AF1-93DB-4428-B0C0-40163DFF950C}">
      <dgm:prSet/>
      <dgm:spPr/>
      <dgm:t>
        <a:bodyPr/>
        <a:lstStyle/>
        <a:p>
          <a:endParaRPr lang="en-US"/>
        </a:p>
      </dgm:t>
    </dgm:pt>
    <dgm:pt modelId="{076B0B08-01FD-4C96-AA24-BFEC32CC7598}">
      <dgm:prSet phldrT="[Text]" phldr="0" custT="1"/>
      <dgm:spPr/>
      <dgm:t>
        <a:bodyPr/>
        <a:lstStyle/>
        <a:p>
          <a:r>
            <a:rPr lang="de-DE" sz="2000" dirty="0">
              <a:latin typeface="Baskerville Old Face" panose="02020602080505020303" pitchFamily="18" charset="0"/>
            </a:rPr>
            <a:t>Repositories</a:t>
          </a:r>
          <a:endParaRPr lang="en-US" sz="2000" dirty="0">
            <a:latin typeface="Baskerville Old Face" panose="02020602080505020303" pitchFamily="18" charset="0"/>
          </a:endParaRPr>
        </a:p>
      </dgm:t>
    </dgm:pt>
    <dgm:pt modelId="{15062986-61B1-4E78-A400-5DC894D3380E}" type="parTrans" cxnId="{36228CF3-DF5F-494D-830F-234E79460CB1}">
      <dgm:prSet/>
      <dgm:spPr/>
      <dgm:t>
        <a:bodyPr/>
        <a:lstStyle/>
        <a:p>
          <a:endParaRPr lang="en-US"/>
        </a:p>
      </dgm:t>
    </dgm:pt>
    <dgm:pt modelId="{706037EF-CADA-4624-80A5-4405127D9AEB}" type="sibTrans" cxnId="{36228CF3-DF5F-494D-830F-234E79460CB1}">
      <dgm:prSet/>
      <dgm:spPr/>
      <dgm:t>
        <a:bodyPr/>
        <a:lstStyle/>
        <a:p>
          <a:endParaRPr lang="en-US"/>
        </a:p>
      </dgm:t>
    </dgm:pt>
    <dgm:pt modelId="{FCCA9DB0-5C68-4498-92B4-5576B97B8ECB}">
      <dgm:prSet phldrT="[Text]" phldr="0" custT="1"/>
      <dgm:spPr/>
      <dgm:t>
        <a:bodyPr/>
        <a:lstStyle/>
        <a:p>
          <a:r>
            <a:rPr lang="de-DE" sz="2000" dirty="0">
              <a:latin typeface="Baskerville Old Face" panose="02020602080505020303" pitchFamily="18" charset="0"/>
            </a:rPr>
            <a:t>EF Queries</a:t>
          </a:r>
          <a:endParaRPr lang="en-US" sz="2000" dirty="0">
            <a:latin typeface="Baskerville Old Face" panose="02020602080505020303" pitchFamily="18" charset="0"/>
          </a:endParaRPr>
        </a:p>
      </dgm:t>
    </dgm:pt>
    <dgm:pt modelId="{4CA47666-DE4F-4A0A-848D-54006B03F684}" type="parTrans" cxnId="{158F9FD2-3D13-4D70-B909-130280BB7160}">
      <dgm:prSet/>
      <dgm:spPr/>
      <dgm:t>
        <a:bodyPr/>
        <a:lstStyle/>
        <a:p>
          <a:endParaRPr lang="en-US"/>
        </a:p>
      </dgm:t>
    </dgm:pt>
    <dgm:pt modelId="{33F6074B-962B-491C-A030-FF16B6FBAB70}" type="sibTrans" cxnId="{158F9FD2-3D13-4D70-B909-130280BB7160}">
      <dgm:prSet/>
      <dgm:spPr/>
      <dgm:t>
        <a:bodyPr/>
        <a:lstStyle/>
        <a:p>
          <a:endParaRPr lang="en-US"/>
        </a:p>
      </dgm:t>
    </dgm:pt>
    <dgm:pt modelId="{F7796AC3-F6BF-4BE6-906A-81AE62CFA700}" type="pres">
      <dgm:prSet presAssocID="{A1417F90-DD7E-47E7-89FD-FF09BE4AAF04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38850D12-9734-48AF-80CA-F429C3E80D16}" type="pres">
      <dgm:prSet presAssocID="{58CD3DDD-DDF8-4214-BDE1-0428D6BFC52B}" presName="composite" presStyleCnt="0"/>
      <dgm:spPr/>
    </dgm:pt>
    <dgm:pt modelId="{96415298-537D-4BAA-8452-7D39A7278B2F}" type="pres">
      <dgm:prSet presAssocID="{58CD3DDD-DDF8-4214-BDE1-0428D6BFC52B}" presName="FirstChild" presStyleLbl="revTx" presStyleIdx="0" presStyleCnt="6">
        <dgm:presLayoutVars>
          <dgm:chMax val="0"/>
          <dgm:chPref val="0"/>
          <dgm:bulletEnabled val="1"/>
        </dgm:presLayoutVars>
      </dgm:prSet>
      <dgm:spPr/>
    </dgm:pt>
    <dgm:pt modelId="{85DE5F9D-B002-4BED-A788-9FBCAAB7FABC}" type="pres">
      <dgm:prSet presAssocID="{58CD3DDD-DDF8-4214-BDE1-0428D6BFC52B}" presName="Parent" presStyleLbl="alignNode1" presStyleIdx="0" presStyleCnt="3">
        <dgm:presLayoutVars>
          <dgm:chMax val="3"/>
          <dgm:chPref val="3"/>
          <dgm:bulletEnabled val="1"/>
        </dgm:presLayoutVars>
      </dgm:prSet>
      <dgm:spPr/>
    </dgm:pt>
    <dgm:pt modelId="{25ABF61D-C759-45B9-BA69-DB0960E7D875}" type="pres">
      <dgm:prSet presAssocID="{58CD3DDD-DDF8-4214-BDE1-0428D6BFC52B}" presName="Accent" presStyleLbl="parChTrans1D1" presStyleIdx="0" presStyleCnt="3"/>
      <dgm:spPr/>
    </dgm:pt>
    <dgm:pt modelId="{D88AF5CB-B3F2-47C0-BCEF-46035684511A}" type="pres">
      <dgm:prSet presAssocID="{58CD3DDD-DDF8-4214-BDE1-0428D6BFC52B}" presName="Child" presStyleLbl="revTx" presStyleIdx="1" presStyleCnt="6">
        <dgm:presLayoutVars>
          <dgm:chMax val="0"/>
          <dgm:chPref val="0"/>
          <dgm:bulletEnabled val="1"/>
        </dgm:presLayoutVars>
      </dgm:prSet>
      <dgm:spPr/>
    </dgm:pt>
    <dgm:pt modelId="{2248F1A5-AB30-4502-89ED-727E58E26FBE}" type="pres">
      <dgm:prSet presAssocID="{B450F553-4854-44C8-9AE2-E7A3DDD2E985}" presName="sibTrans" presStyleCnt="0"/>
      <dgm:spPr/>
    </dgm:pt>
    <dgm:pt modelId="{622A99BD-BB82-44A7-ACD5-A69040A87495}" type="pres">
      <dgm:prSet presAssocID="{67F58623-AC39-4FDD-8E26-150DC13F3EEF}" presName="composite" presStyleCnt="0"/>
      <dgm:spPr/>
    </dgm:pt>
    <dgm:pt modelId="{58BA1329-6AF3-44F1-AD0C-64BD8D481996}" type="pres">
      <dgm:prSet presAssocID="{67F58623-AC39-4FDD-8E26-150DC13F3EEF}" presName="FirstChild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2B60C783-2A78-4D6E-B79A-727E4A0612A2}" type="pres">
      <dgm:prSet presAssocID="{67F58623-AC39-4FDD-8E26-150DC13F3EEF}" presName="Parent" presStyleLbl="alignNode1" presStyleIdx="1" presStyleCnt="3">
        <dgm:presLayoutVars>
          <dgm:chMax val="3"/>
          <dgm:chPref val="3"/>
          <dgm:bulletEnabled val="1"/>
        </dgm:presLayoutVars>
      </dgm:prSet>
      <dgm:spPr/>
    </dgm:pt>
    <dgm:pt modelId="{78EDF480-BE3A-4462-B912-EFAC54EB6E76}" type="pres">
      <dgm:prSet presAssocID="{67F58623-AC39-4FDD-8E26-150DC13F3EEF}" presName="Accent" presStyleLbl="parChTrans1D1" presStyleIdx="1" presStyleCnt="3"/>
      <dgm:spPr/>
    </dgm:pt>
    <dgm:pt modelId="{85CCF83F-E39B-4D8B-8194-B9FA59E47304}" type="pres">
      <dgm:prSet presAssocID="{67F58623-AC39-4FDD-8E26-150DC13F3EEF}" presName="Child" presStyleLbl="revTx" presStyleIdx="3" presStyleCnt="6">
        <dgm:presLayoutVars>
          <dgm:chMax val="0"/>
          <dgm:chPref val="0"/>
          <dgm:bulletEnabled val="1"/>
        </dgm:presLayoutVars>
      </dgm:prSet>
      <dgm:spPr/>
    </dgm:pt>
    <dgm:pt modelId="{B6251846-0EB2-4233-8C1E-F61781421420}" type="pres">
      <dgm:prSet presAssocID="{EFE7B313-3A75-4C58-B133-D602CD55DD23}" presName="sibTrans" presStyleCnt="0"/>
      <dgm:spPr/>
    </dgm:pt>
    <dgm:pt modelId="{06898E44-75F3-4933-99AD-5A862D6E1755}" type="pres">
      <dgm:prSet presAssocID="{F9ECE948-2CA4-4EDA-9F83-73AE55F70152}" presName="composite" presStyleCnt="0"/>
      <dgm:spPr/>
    </dgm:pt>
    <dgm:pt modelId="{9C0930A3-9BDF-46F6-A6FA-50C7558C937A}" type="pres">
      <dgm:prSet presAssocID="{F9ECE948-2CA4-4EDA-9F83-73AE55F70152}" presName="FirstChild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CB0E7091-9617-4CF7-8D70-030591F4ED08}" type="pres">
      <dgm:prSet presAssocID="{F9ECE948-2CA4-4EDA-9F83-73AE55F70152}" presName="Parent" presStyleLbl="alignNode1" presStyleIdx="2" presStyleCnt="3">
        <dgm:presLayoutVars>
          <dgm:chMax val="3"/>
          <dgm:chPref val="3"/>
          <dgm:bulletEnabled val="1"/>
        </dgm:presLayoutVars>
      </dgm:prSet>
      <dgm:spPr/>
    </dgm:pt>
    <dgm:pt modelId="{F1DE790B-C25F-4F9B-8978-A46539BB0446}" type="pres">
      <dgm:prSet presAssocID="{F9ECE948-2CA4-4EDA-9F83-73AE55F70152}" presName="Accent" presStyleLbl="parChTrans1D1" presStyleIdx="2" presStyleCnt="3"/>
      <dgm:spPr/>
    </dgm:pt>
    <dgm:pt modelId="{F61FEB6A-6AC1-4B33-BE82-C081F404D266}" type="pres">
      <dgm:prSet presAssocID="{F9ECE948-2CA4-4EDA-9F83-73AE55F70152}" presName="Child" presStyleLbl="revTx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7E89A307-CA67-454C-A3DE-14B8D8E5C00E}" srcId="{F9ECE948-2CA4-4EDA-9F83-73AE55F70152}" destId="{801E6B40-A501-4DCA-8638-BF8D4990F102}" srcOrd="0" destOrd="0" parTransId="{B140BFD7-159E-42CA-8DA4-5E7D28C50848}" sibTransId="{5F82D135-22D7-4F85-8BFE-66A7FAD6B8C6}"/>
    <dgm:cxn modelId="{A29CEF12-7286-44F1-B748-45379EC6F4E9}" srcId="{67F58623-AC39-4FDD-8E26-150DC13F3EEF}" destId="{8BF3DD3B-F2AE-4CC7-937D-BC459E96DD55}" srcOrd="1" destOrd="0" parTransId="{34F81090-80BE-4D82-BD1B-688ADA00C9BD}" sibTransId="{679D5310-5521-4A2D-8268-68A470E8011D}"/>
    <dgm:cxn modelId="{4BBE1214-75E0-4446-A38F-191758240357}" type="presOf" srcId="{FCCA9DB0-5C68-4498-92B4-5576B97B8ECB}" destId="{F61FEB6A-6AC1-4B33-BE82-C081F404D266}" srcOrd="0" destOrd="2" presId="urn:microsoft.com/office/officeart/2011/layout/TabList"/>
    <dgm:cxn modelId="{07508C17-641F-426F-ABF0-E35DEF94FE25}" type="presOf" srcId="{67F58623-AC39-4FDD-8E26-150DC13F3EEF}" destId="{2B60C783-2A78-4D6E-B79A-727E4A0612A2}" srcOrd="0" destOrd="0" presId="urn:microsoft.com/office/officeart/2011/layout/TabList"/>
    <dgm:cxn modelId="{B09EF31A-BC70-447E-BFFD-CB9CB06FC8CA}" type="presOf" srcId="{3808FB85-416F-4C47-860B-05DBFD1F376C}" destId="{85CCF83F-E39B-4D8B-8194-B9FA59E47304}" srcOrd="0" destOrd="1" presId="urn:microsoft.com/office/officeart/2011/layout/TabList"/>
    <dgm:cxn modelId="{8874CB22-6AB7-446E-B372-4BD3D16AF379}" srcId="{67F58623-AC39-4FDD-8E26-150DC13F3EEF}" destId="{3808FB85-416F-4C47-860B-05DBFD1F376C}" srcOrd="2" destOrd="0" parTransId="{B65BB251-7180-48C7-A18F-0B197C961D2B}" sibTransId="{AD75DBB6-D319-414F-A594-6CC1BA72140F}"/>
    <dgm:cxn modelId="{DF533D28-2397-4D1A-871F-1B8B8E80AD5D}" srcId="{58CD3DDD-DDF8-4214-BDE1-0428D6BFC52B}" destId="{03BC8F22-9CE2-4B13-9083-57977AC84018}" srcOrd="0" destOrd="0" parTransId="{076C9EE8-ED6A-4B9E-B3E7-3318BA4F1A66}" sibTransId="{B0E863DE-54BF-448E-B95A-4166A57E4652}"/>
    <dgm:cxn modelId="{492F3B33-2BE0-4CD9-A2DF-45D606E5C3C6}" type="presOf" srcId="{F9ECE948-2CA4-4EDA-9F83-73AE55F70152}" destId="{CB0E7091-9617-4CF7-8D70-030591F4ED08}" srcOrd="0" destOrd="0" presId="urn:microsoft.com/office/officeart/2011/layout/TabList"/>
    <dgm:cxn modelId="{C5AB523E-7696-45E8-9CAF-3C7CD453AB03}" srcId="{F9ECE948-2CA4-4EDA-9F83-73AE55F70152}" destId="{23BAD349-F79A-4280-9042-4D8E9A65DC0C}" srcOrd="1" destOrd="0" parTransId="{DE79346E-8A35-49BC-BBD4-75C1D990E907}" sibTransId="{C3AC1333-3188-40D6-9D22-9688E9678CF6}"/>
    <dgm:cxn modelId="{6C45405B-AFD1-451A-B3F6-276F383C2C0D}" type="presOf" srcId="{03BC8F22-9CE2-4B13-9083-57977AC84018}" destId="{96415298-537D-4BAA-8452-7D39A7278B2F}" srcOrd="0" destOrd="0" presId="urn:microsoft.com/office/officeart/2011/layout/TabList"/>
    <dgm:cxn modelId="{25863D60-BDCD-4481-B90D-768CDFC44190}" type="presOf" srcId="{58CD3DDD-DDF8-4214-BDE1-0428D6BFC52B}" destId="{85DE5F9D-B002-4BED-A788-9FBCAAB7FABC}" srcOrd="0" destOrd="0" presId="urn:microsoft.com/office/officeart/2011/layout/TabList"/>
    <dgm:cxn modelId="{31464441-6A6F-4D35-80EE-FC86C9A48BBF}" srcId="{67F58623-AC39-4FDD-8E26-150DC13F3EEF}" destId="{552754DE-A486-4654-92FE-D05B203EF42F}" srcOrd="3" destOrd="0" parTransId="{59CD335E-DBDF-441F-A9F5-105CBD2083CE}" sibTransId="{BAC6AFE2-C853-4E34-8233-E9642C2A88B2}"/>
    <dgm:cxn modelId="{27E1AE41-ECFE-4E89-92CD-F3C4B23F32E8}" type="presOf" srcId="{801E6B40-A501-4DCA-8638-BF8D4990F102}" destId="{9C0930A3-9BDF-46F6-A6FA-50C7558C937A}" srcOrd="0" destOrd="0" presId="urn:microsoft.com/office/officeart/2011/layout/TabList"/>
    <dgm:cxn modelId="{C5EBAC62-6944-40AA-884C-08835808DE8B}" type="presOf" srcId="{B7548958-C223-49A7-BA22-1728C3F5A603}" destId="{58BA1329-6AF3-44F1-AD0C-64BD8D481996}" srcOrd="0" destOrd="0" presId="urn:microsoft.com/office/officeart/2011/layout/TabList"/>
    <dgm:cxn modelId="{C5A5666C-FE0E-4F5F-8553-4477E3DCB815}" type="presOf" srcId="{076B0B08-01FD-4C96-AA24-BFEC32CC7598}" destId="{F61FEB6A-6AC1-4B33-BE82-C081F404D266}" srcOrd="0" destOrd="1" presId="urn:microsoft.com/office/officeart/2011/layout/TabList"/>
    <dgm:cxn modelId="{FDC20E53-9193-42CD-AFAD-1EC40337A8FC}" srcId="{58CD3DDD-DDF8-4214-BDE1-0428D6BFC52B}" destId="{8A87FD78-8BC8-4D55-BF2A-FDD52266D56C}" srcOrd="2" destOrd="0" parTransId="{184B41F1-3925-40E9-BF11-BC420D0F394D}" sibTransId="{F907C21B-ED62-4101-BF32-570BCEDE119F}"/>
    <dgm:cxn modelId="{9F9AF776-2B11-4C98-AF54-DEA3B551DE5A}" type="presOf" srcId="{57AA9896-EA38-4504-9532-C17E438020DE}" destId="{D88AF5CB-B3F2-47C0-BCEF-46035684511A}" srcOrd="0" destOrd="0" presId="urn:microsoft.com/office/officeart/2011/layout/TabList"/>
    <dgm:cxn modelId="{4034F378-97D8-461E-A6DE-27E468CB8EF3}" srcId="{A1417F90-DD7E-47E7-89FD-FF09BE4AAF04}" destId="{58CD3DDD-DDF8-4214-BDE1-0428D6BFC52B}" srcOrd="0" destOrd="0" parTransId="{85B2711F-1A58-4F43-878B-4D65989E44F1}" sibTransId="{B450F553-4854-44C8-9AE2-E7A3DDD2E985}"/>
    <dgm:cxn modelId="{951ADCA1-1DE1-4FCC-87E6-DEDF1D2BB3FE}" srcId="{A1417F90-DD7E-47E7-89FD-FF09BE4AAF04}" destId="{F9ECE948-2CA4-4EDA-9F83-73AE55F70152}" srcOrd="2" destOrd="0" parTransId="{BA17E51A-68DD-4E24-A294-A156279F5143}" sibTransId="{48783D9E-2745-468B-9143-4DF8C7CECF98}"/>
    <dgm:cxn modelId="{17CA1FA9-EC75-498D-83CA-028899CB3D12}" type="presOf" srcId="{8A87FD78-8BC8-4D55-BF2A-FDD52266D56C}" destId="{D88AF5CB-B3F2-47C0-BCEF-46035684511A}" srcOrd="0" destOrd="1" presId="urn:microsoft.com/office/officeart/2011/layout/TabList"/>
    <dgm:cxn modelId="{584607AA-F1F9-4DBF-9082-E829611A7D02}" srcId="{58CD3DDD-DDF8-4214-BDE1-0428D6BFC52B}" destId="{57AA9896-EA38-4504-9532-C17E438020DE}" srcOrd="1" destOrd="0" parTransId="{303C263E-FF28-467B-99BD-49B0CA86BFFA}" sibTransId="{948BA82C-4226-4908-8574-7A15B7F9B7C1}"/>
    <dgm:cxn modelId="{331D3EAE-0732-42F9-B4C0-6CD4265F9E4D}" type="presOf" srcId="{23BAD349-F79A-4280-9042-4D8E9A65DC0C}" destId="{F61FEB6A-6AC1-4B33-BE82-C081F404D266}" srcOrd="0" destOrd="0" presId="urn:microsoft.com/office/officeart/2011/layout/TabList"/>
    <dgm:cxn modelId="{542384B8-A837-4251-A144-8A1339B3F752}" type="presOf" srcId="{A1417F90-DD7E-47E7-89FD-FF09BE4AAF04}" destId="{F7796AC3-F6BF-4BE6-906A-81AE62CFA700}" srcOrd="0" destOrd="0" presId="urn:microsoft.com/office/officeart/2011/layout/TabList"/>
    <dgm:cxn modelId="{FB3FDFB9-A0BC-4A96-A542-C94B5DA85C73}" srcId="{67F58623-AC39-4FDD-8E26-150DC13F3EEF}" destId="{B7548958-C223-49A7-BA22-1728C3F5A603}" srcOrd="0" destOrd="0" parTransId="{02B27580-516E-413D-ABAB-C80F70FBE0DD}" sibTransId="{52CA82D6-6650-49EE-BF5C-4265F0041CB7}"/>
    <dgm:cxn modelId="{B60A60C0-1E24-4227-9EA7-D42E135EC6C8}" type="presOf" srcId="{4CC0E95B-18D6-49D8-AC3B-438755285FF2}" destId="{85CCF83F-E39B-4D8B-8194-B9FA59E47304}" srcOrd="0" destOrd="3" presId="urn:microsoft.com/office/officeart/2011/layout/TabList"/>
    <dgm:cxn modelId="{582623C9-4209-4DAB-B242-7D2D83D192F3}" type="presOf" srcId="{8BF3DD3B-F2AE-4CC7-937D-BC459E96DD55}" destId="{85CCF83F-E39B-4D8B-8194-B9FA59E47304}" srcOrd="0" destOrd="0" presId="urn:microsoft.com/office/officeart/2011/layout/TabList"/>
    <dgm:cxn modelId="{158F9FD2-3D13-4D70-B909-130280BB7160}" srcId="{F9ECE948-2CA4-4EDA-9F83-73AE55F70152}" destId="{FCCA9DB0-5C68-4498-92B4-5576B97B8ECB}" srcOrd="3" destOrd="0" parTransId="{4CA47666-DE4F-4A0A-848D-54006B03F684}" sibTransId="{33F6074B-962B-491C-A030-FF16B6FBAB70}"/>
    <dgm:cxn modelId="{54966DD4-A186-4F5A-B2EE-22AE92BA389F}" srcId="{A1417F90-DD7E-47E7-89FD-FF09BE4AAF04}" destId="{67F58623-AC39-4FDD-8E26-150DC13F3EEF}" srcOrd="1" destOrd="0" parTransId="{8E18F923-7DC4-48F1-AD2F-76FC95EF6EAD}" sibTransId="{EFE7B313-3A75-4C58-B133-D602CD55DD23}"/>
    <dgm:cxn modelId="{14379AF1-93DB-4428-B0C0-40163DFF950C}" srcId="{67F58623-AC39-4FDD-8E26-150DC13F3EEF}" destId="{4CC0E95B-18D6-49D8-AC3B-438755285FF2}" srcOrd="4" destOrd="0" parTransId="{BD745DB4-876F-4A94-904C-857AD60C0F08}" sibTransId="{9A549CA5-55FA-42ED-A8B0-AA736C4DBF1E}"/>
    <dgm:cxn modelId="{36228CF3-DF5F-494D-830F-234E79460CB1}" srcId="{F9ECE948-2CA4-4EDA-9F83-73AE55F70152}" destId="{076B0B08-01FD-4C96-AA24-BFEC32CC7598}" srcOrd="2" destOrd="0" parTransId="{15062986-61B1-4E78-A400-5DC894D3380E}" sibTransId="{706037EF-CADA-4624-80A5-4405127D9AEB}"/>
    <dgm:cxn modelId="{6D6772FD-19AC-4B04-8912-680C2E9BA796}" type="presOf" srcId="{552754DE-A486-4654-92FE-D05B203EF42F}" destId="{85CCF83F-E39B-4D8B-8194-B9FA59E47304}" srcOrd="0" destOrd="2" presId="urn:microsoft.com/office/officeart/2011/layout/TabList"/>
    <dgm:cxn modelId="{AF0801B7-5B03-404C-BE9B-4937633B296C}" type="presParOf" srcId="{F7796AC3-F6BF-4BE6-906A-81AE62CFA700}" destId="{38850D12-9734-48AF-80CA-F429C3E80D16}" srcOrd="0" destOrd="0" presId="urn:microsoft.com/office/officeart/2011/layout/TabList"/>
    <dgm:cxn modelId="{473EA4E5-10BB-4DFD-9A85-7E68B7FD99E8}" type="presParOf" srcId="{38850D12-9734-48AF-80CA-F429C3E80D16}" destId="{96415298-537D-4BAA-8452-7D39A7278B2F}" srcOrd="0" destOrd="0" presId="urn:microsoft.com/office/officeart/2011/layout/TabList"/>
    <dgm:cxn modelId="{FCA84245-3837-4DA5-A198-83D32C5A66E2}" type="presParOf" srcId="{38850D12-9734-48AF-80CA-F429C3E80D16}" destId="{85DE5F9D-B002-4BED-A788-9FBCAAB7FABC}" srcOrd="1" destOrd="0" presId="urn:microsoft.com/office/officeart/2011/layout/TabList"/>
    <dgm:cxn modelId="{E998071B-D94F-400B-9729-D365E071D3B8}" type="presParOf" srcId="{38850D12-9734-48AF-80CA-F429C3E80D16}" destId="{25ABF61D-C759-45B9-BA69-DB0960E7D875}" srcOrd="2" destOrd="0" presId="urn:microsoft.com/office/officeart/2011/layout/TabList"/>
    <dgm:cxn modelId="{3B158370-F9E3-4ADE-8271-61EB6A493837}" type="presParOf" srcId="{F7796AC3-F6BF-4BE6-906A-81AE62CFA700}" destId="{D88AF5CB-B3F2-47C0-BCEF-46035684511A}" srcOrd="1" destOrd="0" presId="urn:microsoft.com/office/officeart/2011/layout/TabList"/>
    <dgm:cxn modelId="{F0F92E41-61EE-4638-8E96-72F278E9DA04}" type="presParOf" srcId="{F7796AC3-F6BF-4BE6-906A-81AE62CFA700}" destId="{2248F1A5-AB30-4502-89ED-727E58E26FBE}" srcOrd="2" destOrd="0" presId="urn:microsoft.com/office/officeart/2011/layout/TabList"/>
    <dgm:cxn modelId="{74025A05-BC86-4878-B634-86D774066730}" type="presParOf" srcId="{F7796AC3-F6BF-4BE6-906A-81AE62CFA700}" destId="{622A99BD-BB82-44A7-ACD5-A69040A87495}" srcOrd="3" destOrd="0" presId="urn:microsoft.com/office/officeart/2011/layout/TabList"/>
    <dgm:cxn modelId="{5C119FD4-4780-427A-B8EC-971852DAA667}" type="presParOf" srcId="{622A99BD-BB82-44A7-ACD5-A69040A87495}" destId="{58BA1329-6AF3-44F1-AD0C-64BD8D481996}" srcOrd="0" destOrd="0" presId="urn:microsoft.com/office/officeart/2011/layout/TabList"/>
    <dgm:cxn modelId="{3BC25CD6-37C4-41E3-867D-EBE7BF5F0226}" type="presParOf" srcId="{622A99BD-BB82-44A7-ACD5-A69040A87495}" destId="{2B60C783-2A78-4D6E-B79A-727E4A0612A2}" srcOrd="1" destOrd="0" presId="urn:microsoft.com/office/officeart/2011/layout/TabList"/>
    <dgm:cxn modelId="{D30AA262-ACF4-495D-A391-7171830C684B}" type="presParOf" srcId="{622A99BD-BB82-44A7-ACD5-A69040A87495}" destId="{78EDF480-BE3A-4462-B912-EFAC54EB6E76}" srcOrd="2" destOrd="0" presId="urn:microsoft.com/office/officeart/2011/layout/TabList"/>
    <dgm:cxn modelId="{742647E7-3227-4B5E-AD98-A1DA6A7FEC8C}" type="presParOf" srcId="{F7796AC3-F6BF-4BE6-906A-81AE62CFA700}" destId="{85CCF83F-E39B-4D8B-8194-B9FA59E47304}" srcOrd="4" destOrd="0" presId="urn:microsoft.com/office/officeart/2011/layout/TabList"/>
    <dgm:cxn modelId="{79971F56-3CA3-4877-9D7B-377A06E03F96}" type="presParOf" srcId="{F7796AC3-F6BF-4BE6-906A-81AE62CFA700}" destId="{B6251846-0EB2-4233-8C1E-F61781421420}" srcOrd="5" destOrd="0" presId="urn:microsoft.com/office/officeart/2011/layout/TabList"/>
    <dgm:cxn modelId="{3BC196DD-C075-4ACE-BD5F-6CA97AC28199}" type="presParOf" srcId="{F7796AC3-F6BF-4BE6-906A-81AE62CFA700}" destId="{06898E44-75F3-4933-99AD-5A862D6E1755}" srcOrd="6" destOrd="0" presId="urn:microsoft.com/office/officeart/2011/layout/TabList"/>
    <dgm:cxn modelId="{9CD868AF-CC13-41D6-88BF-D720A6B43483}" type="presParOf" srcId="{06898E44-75F3-4933-99AD-5A862D6E1755}" destId="{9C0930A3-9BDF-46F6-A6FA-50C7558C937A}" srcOrd="0" destOrd="0" presId="urn:microsoft.com/office/officeart/2011/layout/TabList"/>
    <dgm:cxn modelId="{13E64B97-DEE0-4001-B01C-C2FA66AF76F7}" type="presParOf" srcId="{06898E44-75F3-4933-99AD-5A862D6E1755}" destId="{CB0E7091-9617-4CF7-8D70-030591F4ED08}" srcOrd="1" destOrd="0" presId="urn:microsoft.com/office/officeart/2011/layout/TabList"/>
    <dgm:cxn modelId="{7EBA269A-20E3-4110-B7E6-69FD90178479}" type="presParOf" srcId="{06898E44-75F3-4933-99AD-5A862D6E1755}" destId="{F1DE790B-C25F-4F9B-8978-A46539BB0446}" srcOrd="2" destOrd="0" presId="urn:microsoft.com/office/officeart/2011/layout/TabList"/>
    <dgm:cxn modelId="{0C88D37C-F23C-4972-85EA-F92B936D3D8A}" type="presParOf" srcId="{F7796AC3-F6BF-4BE6-906A-81AE62CFA700}" destId="{F61FEB6A-6AC1-4B33-BE82-C081F404D266}" srcOrd="7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1417F90-DD7E-47E7-89FD-FF09BE4AAF04}" type="doc">
      <dgm:prSet loTypeId="urn:diagrams.loki3.com/BracketList" loCatId="list" qsTypeId="urn:microsoft.com/office/officeart/2005/8/quickstyle/simple1" qsCatId="simple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58CD3DDD-DDF8-4214-BDE1-0428D6BFC52B}">
      <dgm:prSet phldrT="[Text]" phldr="0" custT="1"/>
      <dgm:spPr/>
      <dgm:t>
        <a:bodyPr/>
        <a:lstStyle/>
        <a:p>
          <a:pPr algn="l"/>
          <a:r>
            <a:rPr lang="de-DE" sz="2200" b="1" dirty="0">
              <a:solidFill>
                <a:schemeClr val="accent3">
                  <a:lumMod val="60000"/>
                  <a:lumOff val="40000"/>
                </a:schemeClr>
              </a:solidFill>
              <a:latin typeface="Baskerville Old Face" panose="02020602080505020303" pitchFamily="18" charset="0"/>
            </a:rPr>
            <a:t>Event Management</a:t>
          </a:r>
          <a:endParaRPr lang="en-US" sz="2200" b="1" dirty="0">
            <a:solidFill>
              <a:schemeClr val="accent3">
                <a:lumMod val="60000"/>
                <a:lumOff val="40000"/>
              </a:schemeClr>
            </a:solidFill>
            <a:latin typeface="Baskerville Old Face" panose="02020602080505020303" pitchFamily="18" charset="0"/>
          </a:endParaRPr>
        </a:p>
      </dgm:t>
    </dgm:pt>
    <dgm:pt modelId="{85B2711F-1A58-4F43-878B-4D65989E44F1}" type="parTrans" cxnId="{4034F378-97D8-461E-A6DE-27E468CB8EF3}">
      <dgm:prSet/>
      <dgm:spPr/>
      <dgm:t>
        <a:bodyPr/>
        <a:lstStyle/>
        <a:p>
          <a:endParaRPr lang="en-US"/>
        </a:p>
      </dgm:t>
    </dgm:pt>
    <dgm:pt modelId="{B450F553-4854-44C8-9AE2-E7A3DDD2E985}" type="sibTrans" cxnId="{4034F378-97D8-461E-A6DE-27E468CB8EF3}">
      <dgm:prSet/>
      <dgm:spPr/>
      <dgm:t>
        <a:bodyPr/>
        <a:lstStyle/>
        <a:p>
          <a:endParaRPr lang="en-US"/>
        </a:p>
      </dgm:t>
    </dgm:pt>
    <dgm:pt modelId="{03BC8F22-9CE2-4B13-9083-57977AC84018}">
      <dgm:prSet phldrT="[Text]" phldr="0" custT="1"/>
      <dgm:spPr/>
      <dgm:t>
        <a:bodyPr/>
        <a:lstStyle/>
        <a:p>
          <a:endParaRPr lang="en-US" sz="2000" dirty="0">
            <a:latin typeface="Baskerville Old Face" panose="02020602080505020303" pitchFamily="18" charset="0"/>
          </a:endParaRPr>
        </a:p>
      </dgm:t>
    </dgm:pt>
    <dgm:pt modelId="{076C9EE8-ED6A-4B9E-B3E7-3318BA4F1A66}" type="parTrans" cxnId="{DF533D28-2397-4D1A-871F-1B8B8E80AD5D}">
      <dgm:prSet/>
      <dgm:spPr/>
      <dgm:t>
        <a:bodyPr/>
        <a:lstStyle/>
        <a:p>
          <a:endParaRPr lang="en-US"/>
        </a:p>
      </dgm:t>
    </dgm:pt>
    <dgm:pt modelId="{B0E863DE-54BF-448E-B95A-4166A57E4652}" type="sibTrans" cxnId="{DF533D28-2397-4D1A-871F-1B8B8E80AD5D}">
      <dgm:prSet/>
      <dgm:spPr/>
      <dgm:t>
        <a:bodyPr/>
        <a:lstStyle/>
        <a:p>
          <a:endParaRPr lang="en-US"/>
        </a:p>
      </dgm:t>
    </dgm:pt>
    <dgm:pt modelId="{57AA9896-EA38-4504-9532-C17E438020DE}">
      <dgm:prSet phldrT="[Text]" phldr="0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>
              <a:latin typeface="Baskerville Old Face" panose="02020602080505020303" pitchFamily="18" charset="0"/>
            </a:rPr>
            <a:t>Create, read, update, delete events</a:t>
          </a:r>
          <a:endParaRPr lang="en-US" sz="2000" dirty="0">
            <a:latin typeface="Baskerville Old Face" panose="02020602080505020303" pitchFamily="18" charset="0"/>
          </a:endParaRPr>
        </a:p>
      </dgm:t>
    </dgm:pt>
    <dgm:pt modelId="{303C263E-FF28-467B-99BD-49B0CA86BFFA}" type="parTrans" cxnId="{584607AA-F1F9-4DBF-9082-E829611A7D02}">
      <dgm:prSet/>
      <dgm:spPr/>
      <dgm:t>
        <a:bodyPr/>
        <a:lstStyle/>
        <a:p>
          <a:endParaRPr lang="en-US"/>
        </a:p>
      </dgm:t>
    </dgm:pt>
    <dgm:pt modelId="{948BA82C-4226-4908-8574-7A15B7F9B7C1}" type="sibTrans" cxnId="{584607AA-F1F9-4DBF-9082-E829611A7D02}">
      <dgm:prSet/>
      <dgm:spPr/>
      <dgm:t>
        <a:bodyPr/>
        <a:lstStyle/>
        <a:p>
          <a:endParaRPr lang="en-US"/>
        </a:p>
      </dgm:t>
    </dgm:pt>
    <dgm:pt modelId="{67F58623-AC39-4FDD-8E26-150DC13F3EEF}">
      <dgm:prSet phldrT="[Text]" phldr="0" custT="1"/>
      <dgm:spPr/>
      <dgm:t>
        <a:bodyPr/>
        <a:lstStyle/>
        <a:p>
          <a:pPr algn="l"/>
          <a:r>
            <a:rPr lang="de-DE" sz="2200" b="1" dirty="0">
              <a:solidFill>
                <a:schemeClr val="tx1">
                  <a:lumMod val="65000"/>
                  <a:lumOff val="35000"/>
                </a:schemeClr>
              </a:solidFill>
              <a:latin typeface="Baskerville Old Face" panose="02020602080505020303" pitchFamily="18" charset="0"/>
            </a:rPr>
            <a:t>Registration Management</a:t>
          </a:r>
          <a:endParaRPr lang="en-US" sz="2200" b="1" dirty="0">
            <a:solidFill>
              <a:schemeClr val="tx1">
                <a:lumMod val="65000"/>
                <a:lumOff val="35000"/>
              </a:schemeClr>
            </a:solidFill>
            <a:latin typeface="Baskerville Old Face" panose="02020602080505020303" pitchFamily="18" charset="0"/>
          </a:endParaRPr>
        </a:p>
      </dgm:t>
    </dgm:pt>
    <dgm:pt modelId="{8E18F923-7DC4-48F1-AD2F-76FC95EF6EAD}" type="parTrans" cxnId="{54966DD4-A186-4F5A-B2EE-22AE92BA389F}">
      <dgm:prSet/>
      <dgm:spPr/>
      <dgm:t>
        <a:bodyPr/>
        <a:lstStyle/>
        <a:p>
          <a:endParaRPr lang="en-US"/>
        </a:p>
      </dgm:t>
    </dgm:pt>
    <dgm:pt modelId="{EFE7B313-3A75-4C58-B133-D602CD55DD23}" type="sibTrans" cxnId="{54966DD4-A186-4F5A-B2EE-22AE92BA389F}">
      <dgm:prSet/>
      <dgm:spPr/>
      <dgm:t>
        <a:bodyPr/>
        <a:lstStyle/>
        <a:p>
          <a:endParaRPr lang="en-US"/>
        </a:p>
      </dgm:t>
    </dgm:pt>
    <dgm:pt modelId="{B7548958-C223-49A7-BA22-1728C3F5A603}">
      <dgm:prSet phldrT="[Text]" custT="1"/>
      <dgm:spPr/>
      <dgm:t>
        <a:bodyPr/>
        <a:lstStyle/>
        <a:p>
          <a:endParaRPr lang="en-US" sz="2000" dirty="0">
            <a:latin typeface="Baskerville Old Face" panose="02020602080505020303" pitchFamily="18" charset="0"/>
          </a:endParaRPr>
        </a:p>
      </dgm:t>
    </dgm:pt>
    <dgm:pt modelId="{02B27580-516E-413D-ABAB-C80F70FBE0DD}" type="parTrans" cxnId="{FB3FDFB9-A0BC-4A96-A542-C94B5DA85C73}">
      <dgm:prSet/>
      <dgm:spPr/>
      <dgm:t>
        <a:bodyPr/>
        <a:lstStyle/>
        <a:p>
          <a:endParaRPr lang="en-US"/>
        </a:p>
      </dgm:t>
    </dgm:pt>
    <dgm:pt modelId="{52CA82D6-6650-49EE-BF5C-4265F0041CB7}" type="sibTrans" cxnId="{FB3FDFB9-A0BC-4A96-A542-C94B5DA85C73}">
      <dgm:prSet/>
      <dgm:spPr/>
      <dgm:t>
        <a:bodyPr/>
        <a:lstStyle/>
        <a:p>
          <a:endParaRPr lang="en-US"/>
        </a:p>
      </dgm:t>
    </dgm:pt>
    <dgm:pt modelId="{8A87FD78-8BC8-4D55-BF2A-FDD52266D56C}">
      <dgm:prSet phldrT="[Text]" phldr="0" custT="1"/>
      <dgm:spPr/>
      <dgm:t>
        <a:bodyPr/>
        <a:lstStyle/>
        <a:p>
          <a:endParaRPr lang="en-US" sz="2000" dirty="0">
            <a:latin typeface="Baskerville Old Face" panose="02020602080505020303" pitchFamily="18" charset="0"/>
          </a:endParaRPr>
        </a:p>
      </dgm:t>
    </dgm:pt>
    <dgm:pt modelId="{184B41F1-3925-40E9-BF11-BC420D0F394D}" type="parTrans" cxnId="{FDC20E53-9193-42CD-AFAD-1EC40337A8FC}">
      <dgm:prSet/>
      <dgm:spPr/>
      <dgm:t>
        <a:bodyPr/>
        <a:lstStyle/>
        <a:p>
          <a:endParaRPr lang="en-US"/>
        </a:p>
      </dgm:t>
    </dgm:pt>
    <dgm:pt modelId="{F907C21B-ED62-4101-BF32-570BCEDE119F}" type="sibTrans" cxnId="{FDC20E53-9193-42CD-AFAD-1EC40337A8FC}">
      <dgm:prSet/>
      <dgm:spPr/>
      <dgm:t>
        <a:bodyPr/>
        <a:lstStyle/>
        <a:p>
          <a:endParaRPr lang="en-US"/>
        </a:p>
      </dgm:t>
    </dgm:pt>
    <dgm:pt modelId="{8BF3DD3B-F2AE-4CC7-937D-BC459E96DD5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>
              <a:latin typeface="Baskerville Old Face" panose="02020602080505020303" pitchFamily="18" charset="0"/>
            </a:rPr>
            <a:t>Duplicate prevention (unique email per event)</a:t>
          </a:r>
          <a:endParaRPr lang="en-US" sz="2000" dirty="0">
            <a:latin typeface="Baskerville Old Face" panose="02020602080505020303" pitchFamily="18" charset="0"/>
          </a:endParaRPr>
        </a:p>
      </dgm:t>
    </dgm:pt>
    <dgm:pt modelId="{34F81090-80BE-4D82-BD1B-688ADA00C9BD}" type="parTrans" cxnId="{A29CEF12-7286-44F1-B748-45379EC6F4E9}">
      <dgm:prSet/>
      <dgm:spPr/>
      <dgm:t>
        <a:bodyPr/>
        <a:lstStyle/>
        <a:p>
          <a:endParaRPr lang="en-US"/>
        </a:p>
      </dgm:t>
    </dgm:pt>
    <dgm:pt modelId="{679D5310-5521-4A2D-8268-68A470E8011D}" type="sibTrans" cxnId="{A29CEF12-7286-44F1-B748-45379EC6F4E9}">
      <dgm:prSet/>
      <dgm:spPr/>
      <dgm:t>
        <a:bodyPr/>
        <a:lstStyle/>
        <a:p>
          <a:endParaRPr lang="en-US"/>
        </a:p>
      </dgm:t>
    </dgm:pt>
    <dgm:pt modelId="{4CC0E95B-18D6-49D8-AC3B-438755285FF2}">
      <dgm:prSet phldrT="[Text]" phldr="0" custT="1"/>
      <dgm:spPr/>
      <dgm:t>
        <a:bodyPr/>
        <a:lstStyle/>
        <a:p>
          <a:endParaRPr lang="en-US" sz="2000" dirty="0">
            <a:latin typeface="Baskerville Old Face" panose="02020602080505020303" pitchFamily="18" charset="0"/>
          </a:endParaRPr>
        </a:p>
      </dgm:t>
    </dgm:pt>
    <dgm:pt modelId="{BD745DB4-876F-4A94-904C-857AD60C0F08}" type="parTrans" cxnId="{14379AF1-93DB-4428-B0C0-40163DFF950C}">
      <dgm:prSet/>
      <dgm:spPr/>
      <dgm:t>
        <a:bodyPr/>
        <a:lstStyle/>
        <a:p>
          <a:endParaRPr lang="en-US"/>
        </a:p>
      </dgm:t>
    </dgm:pt>
    <dgm:pt modelId="{9A549CA5-55FA-42ED-A8B0-AA736C4DBF1E}" type="sibTrans" cxnId="{14379AF1-93DB-4428-B0C0-40163DFF950C}">
      <dgm:prSet/>
      <dgm:spPr/>
      <dgm:t>
        <a:bodyPr/>
        <a:lstStyle/>
        <a:p>
          <a:endParaRPr lang="en-US"/>
        </a:p>
      </dgm:t>
    </dgm:pt>
    <dgm:pt modelId="{2A0B4651-1665-4E79-96ED-497ADDB672AD}">
      <dgm:prSet phldrT="[Text]" phldr="0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>
              <a:latin typeface="Baskerville Old Face" panose="02020602080505020303" pitchFamily="18" charset="0"/>
            </a:rPr>
            <a:t>Advanced search and filtering</a:t>
          </a:r>
          <a:endParaRPr lang="en-US" sz="2000" dirty="0">
            <a:latin typeface="Baskerville Old Face" panose="02020602080505020303" pitchFamily="18" charset="0"/>
          </a:endParaRPr>
        </a:p>
      </dgm:t>
    </dgm:pt>
    <dgm:pt modelId="{1EBA71C0-2B0C-4938-AF35-551069801DC0}" type="parTrans" cxnId="{CB532881-D81A-4636-8A9E-511CF5ED4945}">
      <dgm:prSet/>
      <dgm:spPr/>
      <dgm:t>
        <a:bodyPr/>
        <a:lstStyle/>
        <a:p>
          <a:endParaRPr lang="en-US"/>
        </a:p>
      </dgm:t>
    </dgm:pt>
    <dgm:pt modelId="{3D1A4466-CE6A-4152-83AC-06BEF1986D44}" type="sibTrans" cxnId="{CB532881-D81A-4636-8A9E-511CF5ED4945}">
      <dgm:prSet/>
      <dgm:spPr/>
      <dgm:t>
        <a:bodyPr/>
        <a:lstStyle/>
        <a:p>
          <a:endParaRPr lang="en-US"/>
        </a:p>
      </dgm:t>
    </dgm:pt>
    <dgm:pt modelId="{AD84300A-0F79-43AD-AEDC-D09C230D2DBA}">
      <dgm:prSet phldrT="[Text]" phldr="0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dirty="0">
              <a:latin typeface="Baskerville Old Face" panose="02020602080505020303" pitchFamily="18" charset="0"/>
            </a:rPr>
            <a:t>Soft delete with audit trail</a:t>
          </a:r>
        </a:p>
      </dgm:t>
    </dgm:pt>
    <dgm:pt modelId="{B410CDAF-67E7-482C-BBAF-FD85D4320013}" type="parTrans" cxnId="{BDC0FD17-2413-43D3-860C-AE5C5A742D24}">
      <dgm:prSet/>
      <dgm:spPr/>
      <dgm:t>
        <a:bodyPr/>
        <a:lstStyle/>
        <a:p>
          <a:endParaRPr lang="en-US"/>
        </a:p>
      </dgm:t>
    </dgm:pt>
    <dgm:pt modelId="{37248C36-A06E-4318-B1A7-955ED0A19270}" type="sibTrans" cxnId="{BDC0FD17-2413-43D3-860C-AE5C5A742D24}">
      <dgm:prSet/>
      <dgm:spPr/>
      <dgm:t>
        <a:bodyPr/>
        <a:lstStyle/>
        <a:p>
          <a:endParaRPr lang="en-US"/>
        </a:p>
      </dgm:t>
    </dgm:pt>
    <dgm:pt modelId="{C8874519-7F16-472B-8361-3A0AF39109D5}">
      <dgm:prSet phldrT="[Text]" phldr="0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dirty="0">
              <a:latin typeface="Baskerville Old Face" panose="02020602080505020303" pitchFamily="18" charset="0"/>
            </a:rPr>
            <a:t>Event capacity limits (configurable)</a:t>
          </a:r>
        </a:p>
      </dgm:t>
    </dgm:pt>
    <dgm:pt modelId="{BB237190-08E6-4F94-9B63-062C081575E4}" type="parTrans" cxnId="{20320EDC-A5E1-4B6C-9534-00DF3839C615}">
      <dgm:prSet/>
      <dgm:spPr/>
      <dgm:t>
        <a:bodyPr/>
        <a:lstStyle/>
        <a:p>
          <a:endParaRPr lang="en-US"/>
        </a:p>
      </dgm:t>
    </dgm:pt>
    <dgm:pt modelId="{FF1AB1A8-1B1A-49A7-BB6D-37A195798FA6}" type="sibTrans" cxnId="{20320EDC-A5E1-4B6C-9534-00DF3839C615}">
      <dgm:prSet/>
      <dgm:spPr/>
      <dgm:t>
        <a:bodyPr/>
        <a:lstStyle/>
        <a:p>
          <a:endParaRPr lang="en-US"/>
        </a:p>
      </dgm:t>
    </dgm:pt>
    <dgm:pt modelId="{9129C52F-F1EA-4F47-AEEB-72C211BBEA32}">
      <dgm:prSet phldrT="[Text]" phldr="0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dirty="0">
              <a:latin typeface="Baskerville Old Face" panose="02020602080505020303" pitchFamily="18" charset="0"/>
            </a:rPr>
            <a:t>Comprehensive Data Validation</a:t>
          </a:r>
        </a:p>
      </dgm:t>
    </dgm:pt>
    <dgm:pt modelId="{5EFA755A-9C41-4E72-BEC8-086D1DE95A5C}" type="parTrans" cxnId="{C96C87E2-D94E-453C-8658-14D4C6E74D24}">
      <dgm:prSet/>
      <dgm:spPr/>
      <dgm:t>
        <a:bodyPr/>
        <a:lstStyle/>
        <a:p>
          <a:endParaRPr lang="en-US"/>
        </a:p>
      </dgm:t>
    </dgm:pt>
    <dgm:pt modelId="{500DD6E7-4B11-4DCC-8F98-4AC7856C2BDE}" type="sibTrans" cxnId="{C96C87E2-D94E-453C-8658-14D4C6E74D24}">
      <dgm:prSet/>
      <dgm:spPr/>
      <dgm:t>
        <a:bodyPr/>
        <a:lstStyle/>
        <a:p>
          <a:endParaRPr lang="en-US"/>
        </a:p>
      </dgm:t>
    </dgm:pt>
    <dgm:pt modelId="{8A4E3156-3AA8-4ACC-BE1A-E4432356EACA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>
              <a:latin typeface="Baskerville Old Face" panose="02020602080505020303" pitchFamily="18" charset="0"/>
            </a:rPr>
            <a:t>Registration limits per event (configurable)</a:t>
          </a:r>
          <a:endParaRPr lang="en-US" sz="2000" dirty="0">
            <a:latin typeface="Baskerville Old Face" panose="02020602080505020303" pitchFamily="18" charset="0"/>
          </a:endParaRPr>
        </a:p>
      </dgm:t>
    </dgm:pt>
    <dgm:pt modelId="{713985C1-3007-49F0-BDF4-15CC096B4F8D}" type="parTrans" cxnId="{CEE98658-10BE-41CD-903D-3BF68A71A361}">
      <dgm:prSet/>
      <dgm:spPr/>
      <dgm:t>
        <a:bodyPr/>
        <a:lstStyle/>
        <a:p>
          <a:endParaRPr lang="en-US"/>
        </a:p>
      </dgm:t>
    </dgm:pt>
    <dgm:pt modelId="{46E6789C-56B2-49A9-A9FB-5EE7C4FECA11}" type="sibTrans" cxnId="{CEE98658-10BE-41CD-903D-3BF68A71A361}">
      <dgm:prSet/>
      <dgm:spPr/>
      <dgm:t>
        <a:bodyPr/>
        <a:lstStyle/>
        <a:p>
          <a:endParaRPr lang="en-US"/>
        </a:p>
      </dgm:t>
    </dgm:pt>
    <dgm:pt modelId="{9EEA970D-E6C5-49DA-8D5B-9F26361FF56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dirty="0">
              <a:latin typeface="Baskerville Old Face" panose="02020602080505020303" pitchFamily="18" charset="0"/>
            </a:rPr>
            <a:t>CSV export with streaming (100K+ records)</a:t>
          </a:r>
        </a:p>
      </dgm:t>
    </dgm:pt>
    <dgm:pt modelId="{BD7BBA47-6005-4A14-974B-6230D42572CD}" type="parTrans" cxnId="{DEC6A75E-7F31-43C2-824F-F4D2F8492106}">
      <dgm:prSet/>
      <dgm:spPr/>
      <dgm:t>
        <a:bodyPr/>
        <a:lstStyle/>
        <a:p>
          <a:endParaRPr lang="en-US"/>
        </a:p>
      </dgm:t>
    </dgm:pt>
    <dgm:pt modelId="{5C826AEC-86EE-4459-8D07-64F96CDD401B}" type="sibTrans" cxnId="{DEC6A75E-7F31-43C2-824F-F4D2F8492106}">
      <dgm:prSet/>
      <dgm:spPr/>
      <dgm:t>
        <a:bodyPr/>
        <a:lstStyle/>
        <a:p>
          <a:endParaRPr lang="en-US"/>
        </a:p>
      </dgm:t>
    </dgm:pt>
    <dgm:pt modelId="{F367DE34-AF47-48F8-A263-9C603560107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dirty="0">
              <a:latin typeface="Baskerville Old Face" panose="02020602080505020303" pitchFamily="18" charset="0"/>
            </a:rPr>
            <a:t>Race Condition Mitigation</a:t>
          </a:r>
        </a:p>
      </dgm:t>
    </dgm:pt>
    <dgm:pt modelId="{48E33C2E-69CD-46B8-8A3C-A4391BBDAA77}" type="parTrans" cxnId="{B9E7B040-48E3-4323-B584-954AE1353C4D}">
      <dgm:prSet/>
      <dgm:spPr/>
      <dgm:t>
        <a:bodyPr/>
        <a:lstStyle/>
        <a:p>
          <a:endParaRPr lang="en-US"/>
        </a:p>
      </dgm:t>
    </dgm:pt>
    <dgm:pt modelId="{CDAA4058-D3D0-4035-8D1A-95C057386F45}" type="sibTrans" cxnId="{B9E7B040-48E3-4323-B584-954AE1353C4D}">
      <dgm:prSet/>
      <dgm:spPr/>
      <dgm:t>
        <a:bodyPr/>
        <a:lstStyle/>
        <a:p>
          <a:endParaRPr lang="en-US"/>
        </a:p>
      </dgm:t>
    </dgm:pt>
    <dgm:pt modelId="{DBA18E21-FF57-41E6-AE7B-4DEBA3618B68}" type="pres">
      <dgm:prSet presAssocID="{A1417F90-DD7E-47E7-89FD-FF09BE4AAF04}" presName="Name0" presStyleCnt="0">
        <dgm:presLayoutVars>
          <dgm:dir/>
          <dgm:animLvl val="lvl"/>
          <dgm:resizeHandles val="exact"/>
        </dgm:presLayoutVars>
      </dgm:prSet>
      <dgm:spPr/>
    </dgm:pt>
    <dgm:pt modelId="{6AF15CA1-4965-487F-BC5E-EA537F53A6E7}" type="pres">
      <dgm:prSet presAssocID="{58CD3DDD-DDF8-4214-BDE1-0428D6BFC52B}" presName="linNode" presStyleCnt="0"/>
      <dgm:spPr/>
    </dgm:pt>
    <dgm:pt modelId="{52DF3A7A-8ECA-4CD0-ABCE-35155460DB53}" type="pres">
      <dgm:prSet presAssocID="{58CD3DDD-DDF8-4214-BDE1-0428D6BFC52B}" presName="parTx" presStyleLbl="revTx" presStyleIdx="0" presStyleCnt="2">
        <dgm:presLayoutVars>
          <dgm:chMax val="1"/>
          <dgm:bulletEnabled val="1"/>
        </dgm:presLayoutVars>
      </dgm:prSet>
      <dgm:spPr/>
    </dgm:pt>
    <dgm:pt modelId="{9414C012-CCB6-4BF0-97E6-07C07D9D870E}" type="pres">
      <dgm:prSet presAssocID="{58CD3DDD-DDF8-4214-BDE1-0428D6BFC52B}" presName="bracket" presStyleLbl="parChTrans1D1" presStyleIdx="0" presStyleCnt="2"/>
      <dgm:spPr/>
    </dgm:pt>
    <dgm:pt modelId="{DD4E6559-9B6A-4165-AF74-325FD7C3B1B1}" type="pres">
      <dgm:prSet presAssocID="{58CD3DDD-DDF8-4214-BDE1-0428D6BFC52B}" presName="spH" presStyleCnt="0"/>
      <dgm:spPr/>
    </dgm:pt>
    <dgm:pt modelId="{60F99B35-D54C-478C-A072-968DDADCCE1C}" type="pres">
      <dgm:prSet presAssocID="{58CD3DDD-DDF8-4214-BDE1-0428D6BFC52B}" presName="desTx" presStyleLbl="node1" presStyleIdx="0" presStyleCnt="2">
        <dgm:presLayoutVars>
          <dgm:bulletEnabled val="1"/>
        </dgm:presLayoutVars>
      </dgm:prSet>
      <dgm:spPr/>
    </dgm:pt>
    <dgm:pt modelId="{59E5B86F-682A-4409-BD52-6598FAA3EF3E}" type="pres">
      <dgm:prSet presAssocID="{B450F553-4854-44C8-9AE2-E7A3DDD2E985}" presName="spV" presStyleCnt="0"/>
      <dgm:spPr/>
    </dgm:pt>
    <dgm:pt modelId="{66D78900-90F2-4033-9147-A8643CE7030B}" type="pres">
      <dgm:prSet presAssocID="{67F58623-AC39-4FDD-8E26-150DC13F3EEF}" presName="linNode" presStyleCnt="0"/>
      <dgm:spPr/>
    </dgm:pt>
    <dgm:pt modelId="{9C519AE1-014D-47F9-861A-38475ABE44BA}" type="pres">
      <dgm:prSet presAssocID="{67F58623-AC39-4FDD-8E26-150DC13F3EEF}" presName="parTx" presStyleLbl="revTx" presStyleIdx="1" presStyleCnt="2">
        <dgm:presLayoutVars>
          <dgm:chMax val="1"/>
          <dgm:bulletEnabled val="1"/>
        </dgm:presLayoutVars>
      </dgm:prSet>
      <dgm:spPr/>
    </dgm:pt>
    <dgm:pt modelId="{7EA24AA9-189A-462B-B1FA-75FE2D8488E7}" type="pres">
      <dgm:prSet presAssocID="{67F58623-AC39-4FDD-8E26-150DC13F3EEF}" presName="bracket" presStyleLbl="parChTrans1D1" presStyleIdx="1" presStyleCnt="2"/>
      <dgm:spPr/>
    </dgm:pt>
    <dgm:pt modelId="{602498A2-F246-4552-B088-7DF6743405DE}" type="pres">
      <dgm:prSet presAssocID="{67F58623-AC39-4FDD-8E26-150DC13F3EEF}" presName="spH" presStyleCnt="0"/>
      <dgm:spPr/>
    </dgm:pt>
    <dgm:pt modelId="{0E8EFF8A-4032-47A3-B1D7-3E4851A0F205}" type="pres">
      <dgm:prSet presAssocID="{67F58623-AC39-4FDD-8E26-150DC13F3EEF}" presName="desTx" presStyleLbl="node1" presStyleIdx="1" presStyleCnt="2">
        <dgm:presLayoutVars>
          <dgm:bulletEnabled val="1"/>
        </dgm:presLayoutVars>
      </dgm:prSet>
      <dgm:spPr/>
    </dgm:pt>
  </dgm:ptLst>
  <dgm:cxnLst>
    <dgm:cxn modelId="{A29CEF12-7286-44F1-B748-45379EC6F4E9}" srcId="{67F58623-AC39-4FDD-8E26-150DC13F3EEF}" destId="{8BF3DD3B-F2AE-4CC7-937D-BC459E96DD55}" srcOrd="1" destOrd="0" parTransId="{34F81090-80BE-4D82-BD1B-688ADA00C9BD}" sibTransId="{679D5310-5521-4A2D-8268-68A470E8011D}"/>
    <dgm:cxn modelId="{A1FD1317-53AD-44A3-B46A-7744C6447D6D}" type="presOf" srcId="{9129C52F-F1EA-4F47-AEEB-72C211BBEA32}" destId="{60F99B35-D54C-478C-A072-968DDADCCE1C}" srcOrd="0" destOrd="5" presId="urn:diagrams.loki3.com/BracketList"/>
    <dgm:cxn modelId="{BDC0FD17-2413-43D3-860C-AE5C5A742D24}" srcId="{58CD3DDD-DDF8-4214-BDE1-0428D6BFC52B}" destId="{AD84300A-0F79-43AD-AEDC-D09C230D2DBA}" srcOrd="3" destOrd="0" parTransId="{B410CDAF-67E7-482C-BBAF-FD85D4320013}" sibTransId="{37248C36-A06E-4318-B1A7-955ED0A19270}"/>
    <dgm:cxn modelId="{DF533D28-2397-4D1A-871F-1B8B8E80AD5D}" srcId="{58CD3DDD-DDF8-4214-BDE1-0428D6BFC52B}" destId="{03BC8F22-9CE2-4B13-9083-57977AC84018}" srcOrd="0" destOrd="0" parTransId="{076C9EE8-ED6A-4B9E-B3E7-3318BA4F1A66}" sibTransId="{B0E863DE-54BF-448E-B95A-4166A57E4652}"/>
    <dgm:cxn modelId="{C092493D-3B58-494C-9430-17E3DBB67596}" type="presOf" srcId="{AD84300A-0F79-43AD-AEDC-D09C230D2DBA}" destId="{60F99B35-D54C-478C-A072-968DDADCCE1C}" srcOrd="0" destOrd="3" presId="urn:diagrams.loki3.com/BracketList"/>
    <dgm:cxn modelId="{B66E473E-085D-4638-8873-2B14BF2B13E0}" type="presOf" srcId="{2A0B4651-1665-4E79-96ED-497ADDB672AD}" destId="{60F99B35-D54C-478C-A072-968DDADCCE1C}" srcOrd="0" destOrd="2" presId="urn:diagrams.loki3.com/BracketList"/>
    <dgm:cxn modelId="{B9E7B040-48E3-4323-B584-954AE1353C4D}" srcId="{67F58623-AC39-4FDD-8E26-150DC13F3EEF}" destId="{F367DE34-AF47-48F8-A263-9C6035601070}" srcOrd="4" destOrd="0" parTransId="{48E33C2E-69CD-46B8-8A3C-A4391BBDAA77}" sibTransId="{CDAA4058-D3D0-4035-8D1A-95C057386F45}"/>
    <dgm:cxn modelId="{DEC6A75E-7F31-43C2-824F-F4D2F8492106}" srcId="{67F58623-AC39-4FDD-8E26-150DC13F3EEF}" destId="{9EEA970D-E6C5-49DA-8D5B-9F26361FF565}" srcOrd="3" destOrd="0" parTransId="{BD7BBA47-6005-4A14-974B-6230D42572CD}" sibTransId="{5C826AEC-86EE-4459-8D07-64F96CDD401B}"/>
    <dgm:cxn modelId="{7BC6B268-DBCA-42FF-9174-45E2C109B00A}" type="presOf" srcId="{58CD3DDD-DDF8-4214-BDE1-0428D6BFC52B}" destId="{52DF3A7A-8ECA-4CD0-ABCE-35155460DB53}" srcOrd="0" destOrd="0" presId="urn:diagrams.loki3.com/BracketList"/>
    <dgm:cxn modelId="{5FBE654D-FCEF-4C69-9D49-513806644FE2}" type="presOf" srcId="{8BF3DD3B-F2AE-4CC7-937D-BC459E96DD55}" destId="{0E8EFF8A-4032-47A3-B1D7-3E4851A0F205}" srcOrd="0" destOrd="1" presId="urn:diagrams.loki3.com/BracketList"/>
    <dgm:cxn modelId="{316FA06D-83D3-4F39-AA57-9CB40A2EAB8F}" type="presOf" srcId="{8A4E3156-3AA8-4ACC-BE1A-E4432356EACA}" destId="{0E8EFF8A-4032-47A3-B1D7-3E4851A0F205}" srcOrd="0" destOrd="2" presId="urn:diagrams.loki3.com/BracketList"/>
    <dgm:cxn modelId="{91931170-038B-4A84-B294-E3F853E5FD04}" type="presOf" srcId="{C8874519-7F16-472B-8361-3A0AF39109D5}" destId="{60F99B35-D54C-478C-A072-968DDADCCE1C}" srcOrd="0" destOrd="4" presId="urn:diagrams.loki3.com/BracketList"/>
    <dgm:cxn modelId="{F1AFE970-334F-4D20-BF45-C5AAE8C3AE1C}" type="presOf" srcId="{4CC0E95B-18D6-49D8-AC3B-438755285FF2}" destId="{0E8EFF8A-4032-47A3-B1D7-3E4851A0F205}" srcOrd="0" destOrd="5" presId="urn:diagrams.loki3.com/BracketList"/>
    <dgm:cxn modelId="{FDC20E53-9193-42CD-AFAD-1EC40337A8FC}" srcId="{58CD3DDD-DDF8-4214-BDE1-0428D6BFC52B}" destId="{8A87FD78-8BC8-4D55-BF2A-FDD52266D56C}" srcOrd="6" destOrd="0" parTransId="{184B41F1-3925-40E9-BF11-BC420D0F394D}" sibTransId="{F907C21B-ED62-4101-BF32-570BCEDE119F}"/>
    <dgm:cxn modelId="{CEE98658-10BE-41CD-903D-3BF68A71A361}" srcId="{67F58623-AC39-4FDD-8E26-150DC13F3EEF}" destId="{8A4E3156-3AA8-4ACC-BE1A-E4432356EACA}" srcOrd="2" destOrd="0" parTransId="{713985C1-3007-49F0-BDF4-15CC096B4F8D}" sibTransId="{46E6789C-56B2-49A9-A9FB-5EE7C4FECA11}"/>
    <dgm:cxn modelId="{4034F378-97D8-461E-A6DE-27E468CB8EF3}" srcId="{A1417F90-DD7E-47E7-89FD-FF09BE4AAF04}" destId="{58CD3DDD-DDF8-4214-BDE1-0428D6BFC52B}" srcOrd="0" destOrd="0" parTransId="{85B2711F-1A58-4F43-878B-4D65989E44F1}" sibTransId="{B450F553-4854-44C8-9AE2-E7A3DDD2E985}"/>
    <dgm:cxn modelId="{CB532881-D81A-4636-8A9E-511CF5ED4945}" srcId="{58CD3DDD-DDF8-4214-BDE1-0428D6BFC52B}" destId="{2A0B4651-1665-4E79-96ED-497ADDB672AD}" srcOrd="2" destOrd="0" parTransId="{1EBA71C0-2B0C-4938-AF35-551069801DC0}" sibTransId="{3D1A4466-CE6A-4152-83AC-06BEF1986D44}"/>
    <dgm:cxn modelId="{40EA6997-5D4E-402D-B291-97435686FAF1}" type="presOf" srcId="{B7548958-C223-49A7-BA22-1728C3F5A603}" destId="{0E8EFF8A-4032-47A3-B1D7-3E4851A0F205}" srcOrd="0" destOrd="0" presId="urn:diagrams.loki3.com/BracketList"/>
    <dgm:cxn modelId="{584607AA-F1F9-4DBF-9082-E829611A7D02}" srcId="{58CD3DDD-DDF8-4214-BDE1-0428D6BFC52B}" destId="{57AA9896-EA38-4504-9532-C17E438020DE}" srcOrd="1" destOrd="0" parTransId="{303C263E-FF28-467B-99BD-49B0CA86BFFA}" sibTransId="{948BA82C-4226-4908-8574-7A15B7F9B7C1}"/>
    <dgm:cxn modelId="{92A205AF-B3C7-451F-8581-7B81DB7EB1A2}" type="presOf" srcId="{57AA9896-EA38-4504-9532-C17E438020DE}" destId="{60F99B35-D54C-478C-A072-968DDADCCE1C}" srcOrd="0" destOrd="1" presId="urn:diagrams.loki3.com/BracketList"/>
    <dgm:cxn modelId="{449B22B2-1843-411F-8FFE-D2E7E3B725A9}" type="presOf" srcId="{03BC8F22-9CE2-4B13-9083-57977AC84018}" destId="{60F99B35-D54C-478C-A072-968DDADCCE1C}" srcOrd="0" destOrd="0" presId="urn:diagrams.loki3.com/BracketList"/>
    <dgm:cxn modelId="{FB3FDFB9-A0BC-4A96-A542-C94B5DA85C73}" srcId="{67F58623-AC39-4FDD-8E26-150DC13F3EEF}" destId="{B7548958-C223-49A7-BA22-1728C3F5A603}" srcOrd="0" destOrd="0" parTransId="{02B27580-516E-413D-ABAB-C80F70FBE0DD}" sibTransId="{52CA82D6-6650-49EE-BF5C-4265F0041CB7}"/>
    <dgm:cxn modelId="{093112C6-2481-4410-9B10-95E6954C1C89}" type="presOf" srcId="{67F58623-AC39-4FDD-8E26-150DC13F3EEF}" destId="{9C519AE1-014D-47F9-861A-38475ABE44BA}" srcOrd="0" destOrd="0" presId="urn:diagrams.loki3.com/BracketList"/>
    <dgm:cxn modelId="{54966DD4-A186-4F5A-B2EE-22AE92BA389F}" srcId="{A1417F90-DD7E-47E7-89FD-FF09BE4AAF04}" destId="{67F58623-AC39-4FDD-8E26-150DC13F3EEF}" srcOrd="1" destOrd="0" parTransId="{8E18F923-7DC4-48F1-AD2F-76FC95EF6EAD}" sibTransId="{EFE7B313-3A75-4C58-B133-D602CD55DD23}"/>
    <dgm:cxn modelId="{2EB772D7-3EE3-4E19-B97F-B7C81E0BF542}" type="presOf" srcId="{F367DE34-AF47-48F8-A263-9C6035601070}" destId="{0E8EFF8A-4032-47A3-B1D7-3E4851A0F205}" srcOrd="0" destOrd="4" presId="urn:diagrams.loki3.com/BracketList"/>
    <dgm:cxn modelId="{20320EDC-A5E1-4B6C-9534-00DF3839C615}" srcId="{58CD3DDD-DDF8-4214-BDE1-0428D6BFC52B}" destId="{C8874519-7F16-472B-8361-3A0AF39109D5}" srcOrd="4" destOrd="0" parTransId="{BB237190-08E6-4F94-9B63-062C081575E4}" sibTransId="{FF1AB1A8-1B1A-49A7-BB6D-37A195798FA6}"/>
    <dgm:cxn modelId="{C96C87E2-D94E-453C-8658-14D4C6E74D24}" srcId="{58CD3DDD-DDF8-4214-BDE1-0428D6BFC52B}" destId="{9129C52F-F1EA-4F47-AEEB-72C211BBEA32}" srcOrd="5" destOrd="0" parTransId="{5EFA755A-9C41-4E72-BEC8-086D1DE95A5C}" sibTransId="{500DD6E7-4B11-4DCC-8F98-4AC7856C2BDE}"/>
    <dgm:cxn modelId="{60CE3BE4-E0BA-4005-B274-BDC8F0352798}" type="presOf" srcId="{A1417F90-DD7E-47E7-89FD-FF09BE4AAF04}" destId="{DBA18E21-FF57-41E6-AE7B-4DEBA3618B68}" srcOrd="0" destOrd="0" presId="urn:diagrams.loki3.com/BracketList"/>
    <dgm:cxn modelId="{6B1981E7-4A00-44A4-9F2E-0026BDB380FB}" type="presOf" srcId="{8A87FD78-8BC8-4D55-BF2A-FDD52266D56C}" destId="{60F99B35-D54C-478C-A072-968DDADCCE1C}" srcOrd="0" destOrd="6" presId="urn:diagrams.loki3.com/BracketList"/>
    <dgm:cxn modelId="{14379AF1-93DB-4428-B0C0-40163DFF950C}" srcId="{67F58623-AC39-4FDD-8E26-150DC13F3EEF}" destId="{4CC0E95B-18D6-49D8-AC3B-438755285FF2}" srcOrd="5" destOrd="0" parTransId="{BD745DB4-876F-4A94-904C-857AD60C0F08}" sibTransId="{9A549CA5-55FA-42ED-A8B0-AA736C4DBF1E}"/>
    <dgm:cxn modelId="{F592FDF7-67A7-4EFB-AE86-209526802486}" type="presOf" srcId="{9EEA970D-E6C5-49DA-8D5B-9F26361FF565}" destId="{0E8EFF8A-4032-47A3-B1D7-3E4851A0F205}" srcOrd="0" destOrd="3" presId="urn:diagrams.loki3.com/BracketList"/>
    <dgm:cxn modelId="{05CD9EE9-C6A0-4CE6-BB95-8E845FEF87B2}" type="presParOf" srcId="{DBA18E21-FF57-41E6-AE7B-4DEBA3618B68}" destId="{6AF15CA1-4965-487F-BC5E-EA537F53A6E7}" srcOrd="0" destOrd="0" presId="urn:diagrams.loki3.com/BracketList"/>
    <dgm:cxn modelId="{AE623524-65D1-4310-85CB-D083718D37DF}" type="presParOf" srcId="{6AF15CA1-4965-487F-BC5E-EA537F53A6E7}" destId="{52DF3A7A-8ECA-4CD0-ABCE-35155460DB53}" srcOrd="0" destOrd="0" presId="urn:diagrams.loki3.com/BracketList"/>
    <dgm:cxn modelId="{ED75BE96-F9FA-42A6-B557-8E9797B3EA03}" type="presParOf" srcId="{6AF15CA1-4965-487F-BC5E-EA537F53A6E7}" destId="{9414C012-CCB6-4BF0-97E6-07C07D9D870E}" srcOrd="1" destOrd="0" presId="urn:diagrams.loki3.com/BracketList"/>
    <dgm:cxn modelId="{547F6567-743D-42AC-8047-E5B2C6EB1FB3}" type="presParOf" srcId="{6AF15CA1-4965-487F-BC5E-EA537F53A6E7}" destId="{DD4E6559-9B6A-4165-AF74-325FD7C3B1B1}" srcOrd="2" destOrd="0" presId="urn:diagrams.loki3.com/BracketList"/>
    <dgm:cxn modelId="{DD86C166-25DF-4684-9FDA-B99D22E302C5}" type="presParOf" srcId="{6AF15CA1-4965-487F-BC5E-EA537F53A6E7}" destId="{60F99B35-D54C-478C-A072-968DDADCCE1C}" srcOrd="3" destOrd="0" presId="urn:diagrams.loki3.com/BracketList"/>
    <dgm:cxn modelId="{5E2D6B53-2BEB-4316-AE03-6FD11407E7B4}" type="presParOf" srcId="{DBA18E21-FF57-41E6-AE7B-4DEBA3618B68}" destId="{59E5B86F-682A-4409-BD52-6598FAA3EF3E}" srcOrd="1" destOrd="0" presId="urn:diagrams.loki3.com/BracketList"/>
    <dgm:cxn modelId="{54538214-2D1D-4A8B-8FE9-9E1C8F9868A1}" type="presParOf" srcId="{DBA18E21-FF57-41E6-AE7B-4DEBA3618B68}" destId="{66D78900-90F2-4033-9147-A8643CE7030B}" srcOrd="2" destOrd="0" presId="urn:diagrams.loki3.com/BracketList"/>
    <dgm:cxn modelId="{6440F545-F2EA-4475-B3F8-30ADD7A30FB0}" type="presParOf" srcId="{66D78900-90F2-4033-9147-A8643CE7030B}" destId="{9C519AE1-014D-47F9-861A-38475ABE44BA}" srcOrd="0" destOrd="0" presId="urn:diagrams.loki3.com/BracketList"/>
    <dgm:cxn modelId="{0C9DAD14-70C8-468A-86CF-C75E3B844E77}" type="presParOf" srcId="{66D78900-90F2-4033-9147-A8643CE7030B}" destId="{7EA24AA9-189A-462B-B1FA-75FE2D8488E7}" srcOrd="1" destOrd="0" presId="urn:diagrams.loki3.com/BracketList"/>
    <dgm:cxn modelId="{4B5E4F6D-84E6-454F-85D9-9D8DE980912B}" type="presParOf" srcId="{66D78900-90F2-4033-9147-A8643CE7030B}" destId="{602498A2-F246-4552-B088-7DF6743405DE}" srcOrd="2" destOrd="0" presId="urn:diagrams.loki3.com/BracketList"/>
    <dgm:cxn modelId="{05A64B2C-BCC6-4567-8DA5-E83A4AD0A997}" type="presParOf" srcId="{66D78900-90F2-4033-9147-A8643CE7030B}" destId="{0E8EFF8A-4032-47A3-B1D7-3E4851A0F205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DE790B-C25F-4F9B-8978-A46539BB0446}">
      <dsp:nvSpPr>
        <dsp:cNvPr id="0" name=""/>
        <dsp:cNvSpPr/>
      </dsp:nvSpPr>
      <dsp:spPr>
        <a:xfrm>
          <a:off x="0" y="3394652"/>
          <a:ext cx="10515600" cy="0"/>
        </a:xfrm>
        <a:prstGeom prst="line">
          <a:avLst/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EDF480-BE3A-4462-B912-EFAC54EB6E76}">
      <dsp:nvSpPr>
        <dsp:cNvPr id="0" name=""/>
        <dsp:cNvSpPr/>
      </dsp:nvSpPr>
      <dsp:spPr>
        <a:xfrm>
          <a:off x="0" y="1936595"/>
          <a:ext cx="10515600" cy="0"/>
        </a:xfrm>
        <a:prstGeom prst="line">
          <a:avLst/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ABF61D-C759-45B9-BA69-DB0960E7D875}">
      <dsp:nvSpPr>
        <dsp:cNvPr id="0" name=""/>
        <dsp:cNvSpPr/>
      </dsp:nvSpPr>
      <dsp:spPr>
        <a:xfrm>
          <a:off x="0" y="478538"/>
          <a:ext cx="10515600" cy="0"/>
        </a:xfrm>
        <a:prstGeom prst="line">
          <a:avLst/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415298-537D-4BAA-8452-7D39A7278B2F}">
      <dsp:nvSpPr>
        <dsp:cNvPr id="0" name=""/>
        <dsp:cNvSpPr/>
      </dsp:nvSpPr>
      <dsp:spPr>
        <a:xfrm>
          <a:off x="2734055" y="533"/>
          <a:ext cx="7781544" cy="478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b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>
              <a:latin typeface="Baskerville Old Face" panose="02020602080505020303" pitchFamily="18" charset="0"/>
            </a:rPr>
            <a:t>EventRegistration.API</a:t>
          </a:r>
          <a:endParaRPr lang="en-US" sz="2200" kern="1200" dirty="0">
            <a:latin typeface="Baskerville Old Face" panose="02020602080505020303" pitchFamily="18" charset="0"/>
          </a:endParaRPr>
        </a:p>
      </dsp:txBody>
      <dsp:txXfrm>
        <a:off x="2734055" y="533"/>
        <a:ext cx="7781544" cy="478004"/>
      </dsp:txXfrm>
    </dsp:sp>
    <dsp:sp modelId="{85DE5F9D-B002-4BED-A788-9FBCAAB7FABC}">
      <dsp:nvSpPr>
        <dsp:cNvPr id="0" name=""/>
        <dsp:cNvSpPr/>
      </dsp:nvSpPr>
      <dsp:spPr>
        <a:xfrm>
          <a:off x="0" y="533"/>
          <a:ext cx="2734056" cy="478004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>
              <a:latin typeface="Baskerville Old Face" panose="02020602080505020303" pitchFamily="18" charset="0"/>
            </a:rPr>
            <a:t>API Layer</a:t>
          </a:r>
          <a:endParaRPr lang="en-US" sz="2200" kern="1200" dirty="0">
            <a:latin typeface="Baskerville Old Face" panose="02020602080505020303" pitchFamily="18" charset="0"/>
          </a:endParaRPr>
        </a:p>
      </dsp:txBody>
      <dsp:txXfrm>
        <a:off x="23338" y="23871"/>
        <a:ext cx="2687380" cy="454666"/>
      </dsp:txXfrm>
    </dsp:sp>
    <dsp:sp modelId="{D88AF5CB-B3F2-47C0-BCEF-46035684511A}">
      <dsp:nvSpPr>
        <dsp:cNvPr id="0" name=""/>
        <dsp:cNvSpPr/>
      </dsp:nvSpPr>
      <dsp:spPr>
        <a:xfrm>
          <a:off x="0" y="478538"/>
          <a:ext cx="10515600" cy="956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000" kern="1200" dirty="0">
              <a:latin typeface="Baskerville Old Face" panose="02020602080505020303" pitchFamily="18" charset="0"/>
            </a:rPr>
            <a:t>Controllers</a:t>
          </a:r>
          <a:endParaRPr lang="en-US" sz="2000" kern="1200" dirty="0">
            <a:latin typeface="Baskerville Old Face" panose="02020602080505020303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000" kern="1200" dirty="0">
              <a:latin typeface="Baskerville Old Face" panose="02020602080505020303" pitchFamily="18" charset="0"/>
            </a:rPr>
            <a:t>Authentication/Authorization (Microsoft Entra ID)</a:t>
          </a:r>
          <a:endParaRPr lang="en-US" sz="2000" kern="1200" dirty="0">
            <a:latin typeface="Baskerville Old Face" panose="02020602080505020303" pitchFamily="18" charset="0"/>
          </a:endParaRPr>
        </a:p>
      </dsp:txBody>
      <dsp:txXfrm>
        <a:off x="0" y="478538"/>
        <a:ext cx="10515600" cy="956152"/>
      </dsp:txXfrm>
    </dsp:sp>
    <dsp:sp modelId="{58BA1329-6AF3-44F1-AD0C-64BD8D481996}">
      <dsp:nvSpPr>
        <dsp:cNvPr id="0" name=""/>
        <dsp:cNvSpPr/>
      </dsp:nvSpPr>
      <dsp:spPr>
        <a:xfrm>
          <a:off x="2734055" y="1458590"/>
          <a:ext cx="7781544" cy="478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b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>
              <a:latin typeface="Baskerville Old Face" panose="02020602080505020303" pitchFamily="18" charset="0"/>
            </a:rPr>
            <a:t>EventRegistration.Core</a:t>
          </a:r>
          <a:endParaRPr lang="en-US" sz="2200" kern="1200" dirty="0">
            <a:latin typeface="Baskerville Old Face" panose="02020602080505020303" pitchFamily="18" charset="0"/>
          </a:endParaRPr>
        </a:p>
      </dsp:txBody>
      <dsp:txXfrm>
        <a:off x="2734055" y="1458590"/>
        <a:ext cx="7781544" cy="478004"/>
      </dsp:txXfrm>
    </dsp:sp>
    <dsp:sp modelId="{2B60C783-2A78-4D6E-B79A-727E4A0612A2}">
      <dsp:nvSpPr>
        <dsp:cNvPr id="0" name=""/>
        <dsp:cNvSpPr/>
      </dsp:nvSpPr>
      <dsp:spPr>
        <a:xfrm>
          <a:off x="0" y="1458590"/>
          <a:ext cx="2734056" cy="478004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>
              <a:latin typeface="Baskerville Old Face" panose="02020602080505020303" pitchFamily="18" charset="0"/>
            </a:rPr>
            <a:t>Core Layer</a:t>
          </a:r>
          <a:endParaRPr lang="en-US" sz="2200" kern="1200" dirty="0">
            <a:latin typeface="Baskerville Old Face" panose="02020602080505020303" pitchFamily="18" charset="0"/>
          </a:endParaRPr>
        </a:p>
      </dsp:txBody>
      <dsp:txXfrm>
        <a:off x="23338" y="1481928"/>
        <a:ext cx="2687380" cy="454666"/>
      </dsp:txXfrm>
    </dsp:sp>
    <dsp:sp modelId="{85CCF83F-E39B-4D8B-8194-B9FA59E47304}">
      <dsp:nvSpPr>
        <dsp:cNvPr id="0" name=""/>
        <dsp:cNvSpPr/>
      </dsp:nvSpPr>
      <dsp:spPr>
        <a:xfrm>
          <a:off x="0" y="1936595"/>
          <a:ext cx="10515600" cy="956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Baskerville Old Face" panose="02020602080505020303" pitchFamily="18" charset="0"/>
            </a:rPr>
            <a:t>Entities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000" kern="1200" dirty="0">
              <a:latin typeface="Baskerville Old Face" panose="02020602080505020303" pitchFamily="18" charset="0"/>
            </a:rPr>
            <a:t>Interfaces</a:t>
          </a:r>
          <a:endParaRPr lang="en-US" sz="2000" kern="1200" dirty="0">
            <a:latin typeface="Baskerville Old Face" panose="02020602080505020303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000" kern="1200" dirty="0">
              <a:latin typeface="Baskerville Old Face" panose="02020602080505020303" pitchFamily="18" charset="0"/>
            </a:rPr>
            <a:t>Utilities</a:t>
          </a:r>
          <a:endParaRPr lang="en-US" sz="2000" kern="1200" dirty="0">
            <a:latin typeface="Baskerville Old Face" panose="02020602080505020303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000" kern="1200" dirty="0">
              <a:latin typeface="Baskerville Old Face" panose="02020602080505020303" pitchFamily="18" charset="0"/>
            </a:rPr>
            <a:t>DTOs</a:t>
          </a:r>
          <a:endParaRPr lang="en-US" sz="2000" kern="1200" dirty="0">
            <a:latin typeface="Baskerville Old Face" panose="02020602080505020303" pitchFamily="18" charset="0"/>
          </a:endParaRPr>
        </a:p>
      </dsp:txBody>
      <dsp:txXfrm>
        <a:off x="0" y="1936595"/>
        <a:ext cx="10515600" cy="956152"/>
      </dsp:txXfrm>
    </dsp:sp>
    <dsp:sp modelId="{9C0930A3-9BDF-46F6-A6FA-50C7558C937A}">
      <dsp:nvSpPr>
        <dsp:cNvPr id="0" name=""/>
        <dsp:cNvSpPr/>
      </dsp:nvSpPr>
      <dsp:spPr>
        <a:xfrm>
          <a:off x="2734055" y="2916647"/>
          <a:ext cx="7781544" cy="478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b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>
              <a:latin typeface="Baskerville Old Face" panose="02020602080505020303" pitchFamily="18" charset="0"/>
            </a:rPr>
            <a:t>EventRegistration.Infrastructure</a:t>
          </a:r>
          <a:endParaRPr lang="en-US" sz="2200" kern="1200" dirty="0">
            <a:latin typeface="Baskerville Old Face" panose="02020602080505020303" pitchFamily="18" charset="0"/>
          </a:endParaRPr>
        </a:p>
      </dsp:txBody>
      <dsp:txXfrm>
        <a:off x="2734055" y="2916647"/>
        <a:ext cx="7781544" cy="478004"/>
      </dsp:txXfrm>
    </dsp:sp>
    <dsp:sp modelId="{CB0E7091-9617-4CF7-8D70-030591F4ED08}">
      <dsp:nvSpPr>
        <dsp:cNvPr id="0" name=""/>
        <dsp:cNvSpPr/>
      </dsp:nvSpPr>
      <dsp:spPr>
        <a:xfrm>
          <a:off x="0" y="2916647"/>
          <a:ext cx="2734056" cy="478004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Baskerville Old Face" panose="02020602080505020303" pitchFamily="18" charset="0"/>
            </a:rPr>
            <a:t>Infrastructure Layer </a:t>
          </a:r>
        </a:p>
      </dsp:txBody>
      <dsp:txXfrm>
        <a:off x="23338" y="2939985"/>
        <a:ext cx="2687380" cy="454666"/>
      </dsp:txXfrm>
    </dsp:sp>
    <dsp:sp modelId="{F61FEB6A-6AC1-4B33-BE82-C081F404D266}">
      <dsp:nvSpPr>
        <dsp:cNvPr id="0" name=""/>
        <dsp:cNvSpPr/>
      </dsp:nvSpPr>
      <dsp:spPr>
        <a:xfrm>
          <a:off x="0" y="3394652"/>
          <a:ext cx="10515600" cy="956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000" kern="1200" dirty="0">
              <a:latin typeface="Baskerville Old Face" panose="02020602080505020303" pitchFamily="18" charset="0"/>
            </a:rPr>
            <a:t>DB Context</a:t>
          </a:r>
          <a:endParaRPr lang="en-US" sz="2000" kern="1200" dirty="0">
            <a:latin typeface="Baskerville Old Face" panose="02020602080505020303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000" kern="1200" dirty="0">
              <a:latin typeface="Baskerville Old Face" panose="02020602080505020303" pitchFamily="18" charset="0"/>
            </a:rPr>
            <a:t>Repositories</a:t>
          </a:r>
          <a:endParaRPr lang="en-US" sz="2000" kern="1200" dirty="0">
            <a:latin typeface="Baskerville Old Face" panose="02020602080505020303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000" kern="1200" dirty="0">
              <a:latin typeface="Baskerville Old Face" panose="02020602080505020303" pitchFamily="18" charset="0"/>
            </a:rPr>
            <a:t>EF Queries</a:t>
          </a:r>
          <a:endParaRPr lang="en-US" sz="2000" kern="1200" dirty="0">
            <a:latin typeface="Baskerville Old Face" panose="02020602080505020303" pitchFamily="18" charset="0"/>
          </a:endParaRPr>
        </a:p>
      </dsp:txBody>
      <dsp:txXfrm>
        <a:off x="0" y="3394652"/>
        <a:ext cx="10515600" cy="9561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DF3A7A-8ECA-4CD0-ABCE-35155460DB53}">
      <dsp:nvSpPr>
        <dsp:cNvPr id="0" name=""/>
        <dsp:cNvSpPr/>
      </dsp:nvSpPr>
      <dsp:spPr>
        <a:xfrm>
          <a:off x="0" y="687097"/>
          <a:ext cx="2977243" cy="1287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55880" rIns="156464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b="1" kern="1200" dirty="0">
              <a:solidFill>
                <a:schemeClr val="accent3">
                  <a:lumMod val="60000"/>
                  <a:lumOff val="40000"/>
                </a:schemeClr>
              </a:solidFill>
              <a:latin typeface="Baskerville Old Face" panose="02020602080505020303" pitchFamily="18" charset="0"/>
            </a:rPr>
            <a:t>Event Management</a:t>
          </a:r>
          <a:endParaRPr lang="en-US" sz="2200" b="1" kern="1200" dirty="0">
            <a:solidFill>
              <a:schemeClr val="accent3">
                <a:lumMod val="60000"/>
                <a:lumOff val="40000"/>
              </a:schemeClr>
            </a:solidFill>
            <a:latin typeface="Baskerville Old Face" panose="02020602080505020303" pitchFamily="18" charset="0"/>
          </a:endParaRPr>
        </a:p>
      </dsp:txBody>
      <dsp:txXfrm>
        <a:off x="0" y="687097"/>
        <a:ext cx="2977243" cy="1287000"/>
      </dsp:txXfrm>
    </dsp:sp>
    <dsp:sp modelId="{9414C012-CCB6-4BF0-97E6-07C07D9D870E}">
      <dsp:nvSpPr>
        <dsp:cNvPr id="0" name=""/>
        <dsp:cNvSpPr/>
      </dsp:nvSpPr>
      <dsp:spPr>
        <a:xfrm>
          <a:off x="2977242" y="204472"/>
          <a:ext cx="595448" cy="2252250"/>
        </a:xfrm>
        <a:prstGeom prst="leftBrace">
          <a:avLst>
            <a:gd name="adj1" fmla="val 35000"/>
            <a:gd name="adj2" fmla="val 50000"/>
          </a:avLst>
        </a:prstGeom>
        <a:noFill/>
        <a:ln w="1905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F99B35-D54C-478C-A072-968DDADCCE1C}">
      <dsp:nvSpPr>
        <dsp:cNvPr id="0" name=""/>
        <dsp:cNvSpPr/>
      </dsp:nvSpPr>
      <dsp:spPr>
        <a:xfrm>
          <a:off x="3810871" y="204472"/>
          <a:ext cx="8098100" cy="225225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kern="1200" dirty="0">
            <a:latin typeface="Baskerville Old Face" panose="02020602080505020303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kern="1200">
              <a:latin typeface="Baskerville Old Face" panose="02020602080505020303" pitchFamily="18" charset="0"/>
            </a:rPr>
            <a:t>Create, read, update, delete events</a:t>
          </a:r>
          <a:endParaRPr lang="en-US" sz="2000" kern="1200" dirty="0">
            <a:latin typeface="Baskerville Old Face" panose="02020602080505020303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kern="1200">
              <a:latin typeface="Baskerville Old Face" panose="02020602080505020303" pitchFamily="18" charset="0"/>
            </a:rPr>
            <a:t>Advanced search and filtering</a:t>
          </a:r>
          <a:endParaRPr lang="en-US" sz="2000" kern="1200" dirty="0">
            <a:latin typeface="Baskerville Old Face" panose="02020602080505020303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kern="1200" dirty="0">
              <a:latin typeface="Baskerville Old Face" panose="02020602080505020303" pitchFamily="18" charset="0"/>
            </a:rPr>
            <a:t>Soft delete with audit trail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kern="1200" dirty="0">
              <a:latin typeface="Baskerville Old Face" panose="02020602080505020303" pitchFamily="18" charset="0"/>
            </a:rPr>
            <a:t>Event capacity limits (configurable)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kern="1200" dirty="0">
              <a:latin typeface="Baskerville Old Face" panose="02020602080505020303" pitchFamily="18" charset="0"/>
            </a:rPr>
            <a:t>Comprehensive Data Validation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kern="1200" dirty="0">
            <a:latin typeface="Baskerville Old Face" panose="02020602080505020303" pitchFamily="18" charset="0"/>
          </a:endParaRPr>
        </a:p>
      </dsp:txBody>
      <dsp:txXfrm>
        <a:off x="3810871" y="204472"/>
        <a:ext cx="8098100" cy="2252250"/>
      </dsp:txXfrm>
    </dsp:sp>
    <dsp:sp modelId="{9C519AE1-014D-47F9-861A-38475ABE44BA}">
      <dsp:nvSpPr>
        <dsp:cNvPr id="0" name=""/>
        <dsp:cNvSpPr/>
      </dsp:nvSpPr>
      <dsp:spPr>
        <a:xfrm>
          <a:off x="0" y="3032582"/>
          <a:ext cx="2977243" cy="1287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55880" rIns="156464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b="1" kern="1200" dirty="0">
              <a:solidFill>
                <a:schemeClr val="tx1">
                  <a:lumMod val="65000"/>
                  <a:lumOff val="35000"/>
                </a:schemeClr>
              </a:solidFill>
              <a:latin typeface="Baskerville Old Face" panose="02020602080505020303" pitchFamily="18" charset="0"/>
            </a:rPr>
            <a:t>Registration Management</a:t>
          </a:r>
          <a:endParaRPr lang="en-US" sz="2200" b="1" kern="1200" dirty="0">
            <a:solidFill>
              <a:schemeClr val="tx1">
                <a:lumMod val="65000"/>
                <a:lumOff val="35000"/>
              </a:schemeClr>
            </a:solidFill>
            <a:latin typeface="Baskerville Old Face" panose="02020602080505020303" pitchFamily="18" charset="0"/>
          </a:endParaRPr>
        </a:p>
      </dsp:txBody>
      <dsp:txXfrm>
        <a:off x="0" y="3032582"/>
        <a:ext cx="2977243" cy="1287000"/>
      </dsp:txXfrm>
    </dsp:sp>
    <dsp:sp modelId="{7EA24AA9-189A-462B-B1FA-75FE2D8488E7}">
      <dsp:nvSpPr>
        <dsp:cNvPr id="0" name=""/>
        <dsp:cNvSpPr/>
      </dsp:nvSpPr>
      <dsp:spPr>
        <a:xfrm>
          <a:off x="2977242" y="2690722"/>
          <a:ext cx="595448" cy="1970718"/>
        </a:xfrm>
        <a:prstGeom prst="leftBrace">
          <a:avLst>
            <a:gd name="adj1" fmla="val 35000"/>
            <a:gd name="adj2" fmla="val 50000"/>
          </a:avLst>
        </a:prstGeom>
        <a:noFill/>
        <a:ln w="1905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8EFF8A-4032-47A3-B1D7-3E4851A0F205}">
      <dsp:nvSpPr>
        <dsp:cNvPr id="0" name=""/>
        <dsp:cNvSpPr/>
      </dsp:nvSpPr>
      <dsp:spPr>
        <a:xfrm>
          <a:off x="3810871" y="2690722"/>
          <a:ext cx="8098100" cy="197071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kern="1200" dirty="0">
            <a:latin typeface="Baskerville Old Face" panose="02020602080505020303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kern="1200">
              <a:latin typeface="Baskerville Old Face" panose="02020602080505020303" pitchFamily="18" charset="0"/>
            </a:rPr>
            <a:t>Duplicate prevention (unique email per event)</a:t>
          </a:r>
          <a:endParaRPr lang="en-US" sz="2000" kern="1200" dirty="0">
            <a:latin typeface="Baskerville Old Face" panose="02020602080505020303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kern="1200">
              <a:latin typeface="Baskerville Old Face" panose="02020602080505020303" pitchFamily="18" charset="0"/>
            </a:rPr>
            <a:t>Registration limits per event (configurable)</a:t>
          </a:r>
          <a:endParaRPr lang="en-US" sz="2000" kern="1200" dirty="0">
            <a:latin typeface="Baskerville Old Face" panose="02020602080505020303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kern="1200" dirty="0">
              <a:latin typeface="Baskerville Old Face" panose="02020602080505020303" pitchFamily="18" charset="0"/>
            </a:rPr>
            <a:t>CSV export with streaming (100K+ records)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kern="1200" dirty="0">
              <a:latin typeface="Baskerville Old Face" panose="02020602080505020303" pitchFamily="18" charset="0"/>
            </a:rPr>
            <a:t>Race Condition Mitigation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kern="1200" dirty="0">
            <a:latin typeface="Baskerville Old Face" panose="02020602080505020303" pitchFamily="18" charset="0"/>
          </a:endParaRPr>
        </a:p>
      </dsp:txBody>
      <dsp:txXfrm>
        <a:off x="3810871" y="2690722"/>
        <a:ext cx="8098100" cy="19707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C058C1-DE3D-4494-B0D4-AFCA37A3EC2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A02B84-586C-4774-876C-F8CDC02FC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248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F6FC1-9DF2-5EFB-6629-9455D0090B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274D95-E260-2D23-8219-EC79526681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46651-E466-8630-6896-D2B308513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5331F-D96C-471A-ABE7-5044CC0AA10B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37C36-435A-1B08-8B28-C05B8346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6926B-AB39-61DF-E696-429E196D7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16D1A-4A47-4183-A6C8-99B55A2EF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916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8A16C-147C-E15C-7B0C-2B42B4DD5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40011-4A6E-0645-29D2-0E725559B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D1A30-5F69-AE5F-D8F7-25370E9AA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5331F-D96C-471A-ABE7-5044CC0AA10B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8E052-E89F-0241-4515-DC39EDE13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6D3F1-AF24-0B5B-4FC4-2EFDC3386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16D1A-4A47-4183-A6C8-99B55A2EF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455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751A9-6688-0439-2FA5-3E33E17C1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0847DE-346E-2022-B393-ECF6DB07E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06260-EB5E-D51C-509C-78657D8E5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5331F-D96C-471A-ABE7-5044CC0AA10B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B79DF-193A-173F-DF4B-67B9143AC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B0C84-D47B-FC07-ACE6-708F6E15B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16D1A-4A47-4183-A6C8-99B55A2EF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326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9D9CC-D629-903B-D36C-C54F2F64B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56EDB-3705-9087-5D0C-600798A215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87E290-6614-40D5-8DA1-1DC0CC6D8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3D67F1-9021-DF0E-4C3E-E51EEAEBC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5331F-D96C-471A-ABE7-5044CC0AA10B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AFA2F-BCD2-CD37-4908-B23E47E3C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EA0858-4360-22E5-0807-016749B06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16D1A-4A47-4183-A6C8-99B55A2EF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221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38253-310F-43B8-2CF1-79939EE95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61BDD-1529-BE9C-9C7F-766CAD1B1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615A50-B6E8-BA8A-1FA8-5B3933E777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ED8314-A10D-ABC3-4B77-165F2FB302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082B3E-597E-1EB5-57A1-A0CBA53872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EC42F3-2E94-C192-24CD-52332D52F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5331F-D96C-471A-ABE7-5044CC0AA10B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41B052-9DC5-8D6A-53B9-80FF6ADE3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83490E-9CB8-D293-1A6E-FC81F40C7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16D1A-4A47-4183-A6C8-99B55A2EF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09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CC620-7ADD-FA3B-FD8D-C0BBF1D1F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27921D-5EC8-57F1-D53A-526733C02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5331F-D96C-471A-ABE7-5044CC0AA10B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C6F9E3-4939-DBB6-C334-1A8090863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B744EB-A2B9-012E-DED7-5AE863912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16D1A-4A47-4183-A6C8-99B55A2EF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388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8409A5-F775-EECC-29AC-DD180DB1D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5331F-D96C-471A-ABE7-5044CC0AA10B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B4C6E5-F5BF-0A84-04EF-4B50D958C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8757BC-329F-258E-0263-2242C622E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16D1A-4A47-4183-A6C8-99B55A2EF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741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AFE44-8D48-3AB4-32D6-94C83E39B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3FB2D-9444-897D-13CB-DFE46761B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955D06-0E2F-8347-CF02-5AF82D4FEA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9B6C0D-A18F-5125-F6BD-2A75942B8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5331F-D96C-471A-ABE7-5044CC0AA10B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1C3A56-93E9-FCB4-6893-24D59FD90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AD46C8-7D61-1BEB-9571-209101772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16D1A-4A47-4183-A6C8-99B55A2EF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183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F0677-4DD0-71E8-94D0-6C9FD4D93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8C3F1E-047C-B4D9-DD50-E05A53BD3C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E04107-0F6E-6AA1-8790-49EF3B477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687B7-8424-A4E2-DDBE-DD704F899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5331F-D96C-471A-ABE7-5044CC0AA10B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7DD9A2-D80F-81DE-4BA5-FFF0C49AF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C76600-06E2-5961-25D8-D5F73A9A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16D1A-4A47-4183-A6C8-99B55A2EF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064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A97A9-5E4C-F7D6-D030-9CE102202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ABEECD-3231-2858-3BB1-31EE8BB55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16355-0A84-395C-B54B-FAFCB02C8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5331F-D96C-471A-ABE7-5044CC0AA10B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3F431-14AE-E931-6F8F-8E98BCD2C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791A8-CC86-DAFD-2075-4C554D33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16D1A-4A47-4183-A6C8-99B55A2EF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503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02E8DB-934B-72C7-D6EF-24CC8A223F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537C19-BFCE-2FE9-25A0-F89421EC2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B02FE-9584-4024-7437-BA7E2FB65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5331F-D96C-471A-ABE7-5044CC0AA10B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AC7CA-EB42-7E8D-F6F9-CE4D39CB5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2D902-6D92-AEB8-C5D3-CB112B58F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16D1A-4A47-4183-A6C8-99B55A2EF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930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1B8507-0317-4D11-AAEA-074A6E1FF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D0682-D8CA-295F-0819-EA76F57C9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0E539-85AF-CBF5-AC12-2C16C41604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B5331F-D96C-471A-ABE7-5044CC0AA10B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1A175-6509-C0BF-7C25-E34B0628EE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B0436-40DD-2154-09C2-78869212A3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F16D1A-4A47-4183-A6C8-99B55A2EF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167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174713-2092-42B6-E9BB-CF5A190A8FB7}"/>
              </a:ext>
            </a:extLst>
          </p:cNvPr>
          <p:cNvSpPr txBox="1"/>
          <p:nvPr/>
        </p:nvSpPr>
        <p:spPr>
          <a:xfrm>
            <a:off x="4162567" y="3140281"/>
            <a:ext cx="6714699" cy="8573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 dirty="0" err="1">
                <a:solidFill>
                  <a:schemeClr val="bg2">
                    <a:lumMod val="75000"/>
                  </a:schemeClr>
                </a:solidFill>
                <a:latin typeface="Baskerville Old Face" panose="02020602080505020303" pitchFamily="18" charset="0"/>
                <a:ea typeface="+mj-ea"/>
                <a:cs typeface="+mj-cs"/>
              </a:rPr>
              <a:t>DocuWare</a:t>
            </a:r>
            <a:r>
              <a:rPr lang="en-US" sz="4800" kern="1200" dirty="0">
                <a:solidFill>
                  <a:schemeClr val="bg2">
                    <a:lumMod val="75000"/>
                  </a:schemeClr>
                </a:solidFill>
                <a:latin typeface="Baskerville Old Face" panose="02020602080505020303" pitchFamily="18" charset="0"/>
                <a:ea typeface="+mj-ea"/>
                <a:cs typeface="+mj-cs"/>
              </a:rPr>
              <a:t> Case Study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98DC21-8CE6-C164-11D6-6EC5CC2D8990}"/>
              </a:ext>
            </a:extLst>
          </p:cNvPr>
          <p:cNvSpPr txBox="1"/>
          <p:nvPr/>
        </p:nvSpPr>
        <p:spPr>
          <a:xfrm>
            <a:off x="4285397" y="4960961"/>
            <a:ext cx="2614121" cy="5472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3000" kern="1200" dirty="0">
                <a:solidFill>
                  <a:schemeClr val="bg2">
                    <a:lumMod val="75000"/>
                  </a:schemeClr>
                </a:solidFill>
                <a:latin typeface="Baskerville Old Face" panose="02020602080505020303" pitchFamily="18" charset="0"/>
              </a:rPr>
              <a:t>Arshad Mushrif</a:t>
            </a:r>
          </a:p>
        </p:txBody>
      </p:sp>
    </p:spTree>
    <p:extLst>
      <p:ext uri="{BB962C8B-B14F-4D97-AF65-F5344CB8AC3E}">
        <p14:creationId xmlns:p14="http://schemas.microsoft.com/office/powerpoint/2010/main" val="4135641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BC12D8-42B0-8F25-4474-E9F0A86D5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3629A01-78D6-08B9-4535-EC2E8A473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5FF9AB-78EF-BD9F-741C-0E5E52065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F03333-5F87-F80A-BD74-978778B89F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40EAF1-35A4-FC98-336C-83FBDABF2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F3EC70-7FCF-1B25-DB62-F7625D132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E37BAF-2110-C9BA-99F2-1B74B148D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42" y="1061819"/>
            <a:ext cx="9895951" cy="357076"/>
          </a:xfrm>
        </p:spPr>
        <p:txBody>
          <a:bodyPr>
            <a:noAutofit/>
          </a:bodyPr>
          <a:lstStyle/>
          <a:p>
            <a:r>
              <a:rPr lang="en-US" sz="3400" dirty="0">
                <a:solidFill>
                  <a:schemeClr val="bg1">
                    <a:lumMod val="85000"/>
                  </a:schemeClr>
                </a:solidFill>
                <a:latin typeface="Baskerville Old Face" panose="02020602080505020303" pitchFamily="18" charset="0"/>
              </a:rPr>
              <a:t>Introduction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5396F2B-5533-7AAE-F39F-89823FC03FCF}"/>
              </a:ext>
            </a:extLst>
          </p:cNvPr>
          <p:cNvSpPr txBox="1">
            <a:spLocks/>
          </p:cNvSpPr>
          <p:nvPr/>
        </p:nvSpPr>
        <p:spPr>
          <a:xfrm>
            <a:off x="4442528" y="1725542"/>
            <a:ext cx="5444382" cy="14024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A8E12369-6AE0-BD23-5FF3-AA56423C7473}"/>
              </a:ext>
            </a:extLst>
          </p:cNvPr>
          <p:cNvSpPr txBox="1">
            <a:spLocks/>
          </p:cNvSpPr>
          <p:nvPr/>
        </p:nvSpPr>
        <p:spPr>
          <a:xfrm>
            <a:off x="327727" y="2104539"/>
            <a:ext cx="6660901" cy="359120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Baskerville Old Face" panose="02020602080505020303" pitchFamily="18" charset="0"/>
              </a:rPr>
              <a:t>13 years of Experience as Software Engineer</a:t>
            </a:r>
          </a:p>
          <a:p>
            <a:r>
              <a:rPr lang="en-US" sz="2400" dirty="0">
                <a:latin typeface="Baskerville Old Face" panose="02020602080505020303" pitchFamily="18" charset="0"/>
              </a:rPr>
              <a:t> Technical Skills</a:t>
            </a:r>
          </a:p>
          <a:p>
            <a:pPr lvl="1"/>
            <a:r>
              <a:rPr lang="en-US" sz="2000" dirty="0">
                <a:latin typeface="Baskerville Old Face" panose="02020602080505020303" pitchFamily="18" charset="0"/>
              </a:rPr>
              <a:t>Azure, AWS</a:t>
            </a:r>
          </a:p>
          <a:p>
            <a:pPr lvl="1"/>
            <a:r>
              <a:rPr lang="en-US" sz="2000" dirty="0">
                <a:latin typeface="Baskerville Old Face" panose="02020602080505020303" pitchFamily="18" charset="0"/>
              </a:rPr>
              <a:t>C#, .NET</a:t>
            </a:r>
          </a:p>
          <a:p>
            <a:pPr lvl="1"/>
            <a:r>
              <a:rPr lang="en-US" sz="2000" dirty="0">
                <a:latin typeface="Baskerville Old Face" panose="02020602080505020303" pitchFamily="18" charset="0"/>
              </a:rPr>
              <a:t>Event Driven Architecture, Messaging Systems, Microservices</a:t>
            </a:r>
          </a:p>
          <a:p>
            <a:r>
              <a:rPr lang="en-US" sz="2400" dirty="0">
                <a:latin typeface="Baskerville Old Face" panose="02020602080505020303" pitchFamily="18" charset="0"/>
              </a:rPr>
              <a:t> Software Development Process Experience</a:t>
            </a:r>
          </a:p>
          <a:p>
            <a:pPr lvl="1"/>
            <a:r>
              <a:rPr lang="en-US" sz="2000" dirty="0">
                <a:latin typeface="Baskerville Old Face" panose="02020602080505020303" pitchFamily="18" charset="0"/>
              </a:rPr>
              <a:t>Infrastructure as Code</a:t>
            </a:r>
          </a:p>
          <a:p>
            <a:pPr lvl="1"/>
            <a:r>
              <a:rPr lang="en-US" sz="2000" dirty="0">
                <a:latin typeface="Baskerville Old Face" panose="02020602080505020303" pitchFamily="18" charset="0"/>
              </a:rPr>
              <a:t>Application Performance Monitoring</a:t>
            </a:r>
          </a:p>
          <a:p>
            <a:pPr lvl="1"/>
            <a:r>
              <a:rPr lang="en-US" sz="2000" dirty="0">
                <a:latin typeface="Baskerville Old Face" panose="02020602080505020303" pitchFamily="18" charset="0"/>
              </a:rPr>
              <a:t>Features -&gt; User Stories -&gt; Technical Solutions</a:t>
            </a:r>
          </a:p>
          <a:p>
            <a:r>
              <a:rPr lang="en-US" sz="2400" dirty="0">
                <a:latin typeface="Baskerville Old Face" panose="02020602080505020303" pitchFamily="18" charset="0"/>
              </a:rPr>
              <a:t> Agile and Scrum</a:t>
            </a:r>
          </a:p>
        </p:txBody>
      </p:sp>
    </p:spTree>
    <p:extLst>
      <p:ext uri="{BB962C8B-B14F-4D97-AF65-F5344CB8AC3E}">
        <p14:creationId xmlns:p14="http://schemas.microsoft.com/office/powerpoint/2010/main" val="4182458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4C223A-3065-7E22-A15D-F40E70A96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42" y="1061819"/>
            <a:ext cx="9895951" cy="357076"/>
          </a:xfrm>
        </p:spPr>
        <p:txBody>
          <a:bodyPr>
            <a:noAutofit/>
          </a:bodyPr>
          <a:lstStyle/>
          <a:p>
            <a:br>
              <a:rPr lang="de-DE" sz="34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de-DE" sz="3400" dirty="0">
                <a:solidFill>
                  <a:schemeClr val="bg1">
                    <a:lumMod val="85000"/>
                  </a:schemeClr>
                </a:solidFill>
              </a:rPr>
              <a:t>N-Tier Architecture</a:t>
            </a:r>
            <a:br>
              <a:rPr lang="de-DE" sz="3400" dirty="0">
                <a:solidFill>
                  <a:schemeClr val="bg1">
                    <a:lumMod val="85000"/>
                  </a:schemeClr>
                </a:solidFill>
              </a:rPr>
            </a:br>
            <a:endParaRPr lang="en-US" sz="3400" dirty="0">
              <a:solidFill>
                <a:schemeClr val="bg1">
                  <a:lumMod val="85000"/>
                </a:schemeClr>
              </a:solidFill>
            </a:endParaRPr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5CBA3221-8103-8456-42D4-4701987518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210209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2748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E1A9C9-A3A0-4F3C-2E9C-89C9C3568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58F7D84-97E0-0FEE-1C21-33A81B6EE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A5870D-FA04-CBCA-1251-ADAF72070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42E7DF-9BB8-34AD-3F72-50E653641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F9278B-FE28-1218-FFF5-628595304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7B61F1-4FD2-4EB1-B44F-14A94B3D9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BAAD12-E0BD-A0A9-3EA6-D0D916CAC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42" y="1061819"/>
            <a:ext cx="9895951" cy="357076"/>
          </a:xfrm>
        </p:spPr>
        <p:txBody>
          <a:bodyPr>
            <a:noAutofit/>
          </a:bodyPr>
          <a:lstStyle/>
          <a:p>
            <a:r>
              <a:rPr lang="en-US" sz="3400" dirty="0">
                <a:solidFill>
                  <a:schemeClr val="bg1">
                    <a:lumMod val="85000"/>
                  </a:schemeClr>
                </a:solidFill>
                <a:latin typeface="Baskerville Old Face" panose="02020602080505020303" pitchFamily="18" charset="0"/>
              </a:rPr>
              <a:t>Security Features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74F3D03-932D-320E-151C-2189614BB3BA}"/>
              </a:ext>
            </a:extLst>
          </p:cNvPr>
          <p:cNvSpPr txBox="1">
            <a:spLocks/>
          </p:cNvSpPr>
          <p:nvPr/>
        </p:nvSpPr>
        <p:spPr>
          <a:xfrm>
            <a:off x="4442528" y="1725542"/>
            <a:ext cx="5444382" cy="14024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20F8A97-DC9B-3A8D-CC9B-00343363086C}"/>
              </a:ext>
            </a:extLst>
          </p:cNvPr>
          <p:cNvSpPr txBox="1">
            <a:spLocks/>
          </p:cNvSpPr>
          <p:nvPr/>
        </p:nvSpPr>
        <p:spPr>
          <a:xfrm>
            <a:off x="327727" y="2104539"/>
            <a:ext cx="6660901" cy="35912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Baskerville Old Face" panose="02020602080505020303" pitchFamily="18" charset="0"/>
              </a:rPr>
              <a:t>Microsoft Entra ID authentication </a:t>
            </a:r>
          </a:p>
          <a:p>
            <a:r>
              <a:rPr lang="en-US" sz="2400" dirty="0">
                <a:latin typeface="Baskerville Old Face" panose="02020602080505020303" pitchFamily="18" charset="0"/>
              </a:rPr>
              <a:t> Role-based authorization (</a:t>
            </a:r>
            <a:r>
              <a:rPr lang="en-US" sz="2400" b="1" dirty="0" err="1">
                <a:latin typeface="Baskerville Old Face" panose="02020602080505020303" pitchFamily="18" charset="0"/>
              </a:rPr>
              <a:t>EventCreator</a:t>
            </a:r>
            <a:r>
              <a:rPr lang="en-US" sz="2400" dirty="0">
                <a:latin typeface="Baskerville Old Face" panose="02020602080505020303" pitchFamily="18" charset="0"/>
              </a:rPr>
              <a:t>, </a:t>
            </a:r>
            <a:r>
              <a:rPr lang="en-US" sz="2400" b="1" dirty="0">
                <a:latin typeface="Baskerville Old Face" panose="02020602080505020303" pitchFamily="18" charset="0"/>
              </a:rPr>
              <a:t>Administrator</a:t>
            </a:r>
            <a:r>
              <a:rPr lang="en-US" sz="2400" dirty="0">
                <a:latin typeface="Baskerville Old Face" panose="02020602080505020303" pitchFamily="18" charset="0"/>
              </a:rPr>
              <a:t>) </a:t>
            </a:r>
          </a:p>
          <a:p>
            <a:r>
              <a:rPr lang="en-US" sz="2400" dirty="0">
                <a:latin typeface="Baskerville Old Face" panose="02020602080505020303" pitchFamily="18" charset="0"/>
              </a:rPr>
              <a:t> Admin override capabilities </a:t>
            </a:r>
          </a:p>
          <a:p>
            <a:r>
              <a:rPr lang="en-US" sz="2400" dirty="0">
                <a:latin typeface="Baskerville Old Face" panose="02020602080505020303" pitchFamily="18" charset="0"/>
              </a:rPr>
              <a:t> Secure token validation</a:t>
            </a:r>
          </a:p>
        </p:txBody>
      </p:sp>
    </p:spTree>
    <p:extLst>
      <p:ext uri="{BB962C8B-B14F-4D97-AF65-F5344CB8AC3E}">
        <p14:creationId xmlns:p14="http://schemas.microsoft.com/office/powerpoint/2010/main" val="432218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25492A-20A0-530D-81EB-17C5818B2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C13561B-7BA7-55E2-0DF1-CA13AF5E3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B2938B-92F7-1314-CA73-3CD5ABCA9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BE72E1-CF86-8C5A-B6FF-9B1C6664C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0468D4-8F85-70F8-2847-D91FC7AC15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06938F-E082-9867-FFEF-5A46079E0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555089-9A80-107B-E0C8-69429679D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42" y="1061819"/>
            <a:ext cx="9895951" cy="357076"/>
          </a:xfrm>
        </p:spPr>
        <p:txBody>
          <a:bodyPr>
            <a:noAutofit/>
          </a:bodyPr>
          <a:lstStyle/>
          <a:p>
            <a:r>
              <a:rPr lang="en-US" sz="3400" dirty="0">
                <a:solidFill>
                  <a:schemeClr val="bg1">
                    <a:lumMod val="85000"/>
                  </a:schemeClr>
                </a:solidFill>
                <a:latin typeface="Baskerville Old Face" panose="02020602080505020303" pitchFamily="18" charset="0"/>
              </a:rPr>
              <a:t>Performance Optimizations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7702F395-5B94-AD3C-5D63-9A30704B2123}"/>
              </a:ext>
            </a:extLst>
          </p:cNvPr>
          <p:cNvSpPr txBox="1">
            <a:spLocks/>
          </p:cNvSpPr>
          <p:nvPr/>
        </p:nvSpPr>
        <p:spPr>
          <a:xfrm>
            <a:off x="327728" y="2104539"/>
            <a:ext cx="5444382" cy="35912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Baskerville Old Face" panose="02020602080505020303" pitchFamily="18" charset="0"/>
              </a:rPr>
              <a:t>Keyset Pagination</a:t>
            </a:r>
          </a:p>
          <a:p>
            <a:r>
              <a:rPr lang="en-US" sz="2400" dirty="0">
                <a:latin typeface="Baskerville Old Face" panose="02020602080505020303" pitchFamily="18" charset="0"/>
              </a:rPr>
              <a:t>In Memory Caching</a:t>
            </a:r>
          </a:p>
          <a:p>
            <a:r>
              <a:rPr lang="en-US" sz="2400" dirty="0">
                <a:latin typeface="Baskerville Old Face" panose="02020602080505020303" pitchFamily="18" charset="0"/>
              </a:rPr>
              <a:t>Compiled Queries</a:t>
            </a:r>
          </a:p>
          <a:p>
            <a:r>
              <a:rPr lang="en-US" sz="2400" dirty="0">
                <a:latin typeface="Baskerville Old Face" panose="02020602080505020303" pitchFamily="18" charset="0"/>
              </a:rPr>
              <a:t>Composite Indexes</a:t>
            </a:r>
          </a:p>
          <a:p>
            <a:r>
              <a:rPr lang="en-US" sz="2400" dirty="0">
                <a:latin typeface="Baskerville Old Face" panose="02020602080505020303" pitchFamily="18" charset="0"/>
              </a:rPr>
              <a:t>Query Result Projection</a:t>
            </a:r>
          </a:p>
          <a:p>
            <a:r>
              <a:rPr lang="en-US" sz="2400" dirty="0">
                <a:latin typeface="Baskerville Old Face" panose="02020602080505020303" pitchFamily="18" charset="0"/>
              </a:rPr>
              <a:t>Streaming Exports</a:t>
            </a:r>
          </a:p>
        </p:txBody>
      </p:sp>
    </p:spTree>
    <p:extLst>
      <p:ext uri="{BB962C8B-B14F-4D97-AF65-F5344CB8AC3E}">
        <p14:creationId xmlns:p14="http://schemas.microsoft.com/office/powerpoint/2010/main" val="2439641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DECC5F-9FDC-F82A-89F0-DBC880693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C466646-FD56-B7C8-2AF1-DBF917258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D9E0D4-D996-091C-7481-3232E0E65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46A7AA-A1B1-479F-BE12-2321FDF31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75A868-68BE-D39C-0CDC-503A5C952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D6B60E-A4BB-3591-5C5A-C0927BBD9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A8471E-83D9-FF0A-FCBF-56C98012D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42" y="1061819"/>
            <a:ext cx="9895951" cy="357076"/>
          </a:xfrm>
        </p:spPr>
        <p:txBody>
          <a:bodyPr>
            <a:noAutofit/>
          </a:bodyPr>
          <a:lstStyle/>
          <a:p>
            <a:r>
              <a:rPr lang="de-DE" sz="3400" dirty="0">
                <a:solidFill>
                  <a:schemeClr val="bg1">
                    <a:lumMod val="85000"/>
                  </a:schemeClr>
                </a:solidFill>
              </a:rPr>
              <a:t>Key Features</a:t>
            </a:r>
            <a:endParaRPr lang="en-US" sz="3400" dirty="0">
              <a:solidFill>
                <a:schemeClr val="bg1">
                  <a:lumMod val="85000"/>
                </a:schemeClr>
              </a:solidFill>
            </a:endParaRPr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78371107-F720-F019-6D7A-5A6596517A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1703343"/>
              </p:ext>
            </p:extLst>
          </p:nvPr>
        </p:nvGraphicFramePr>
        <p:xfrm>
          <a:off x="119742" y="1709057"/>
          <a:ext cx="11908972" cy="48659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47229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AE548C-5861-500F-AB8E-9F7688E16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9D305F1-0695-32A5-4BF2-9BBEBB2291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359F23-61BD-A168-7171-17DF4C01C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0A8313-7F39-FD62-57B5-742D7E1B96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A1609-A1AC-CC39-382F-666C37F0E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44AA6E-0B10-930F-E369-D6C1B48E0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074D2A-0CAB-2B16-3B01-3F832DADA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42" y="1061819"/>
            <a:ext cx="9895951" cy="357076"/>
          </a:xfrm>
        </p:spPr>
        <p:txBody>
          <a:bodyPr>
            <a:noAutofit/>
          </a:bodyPr>
          <a:lstStyle/>
          <a:p>
            <a:r>
              <a:rPr lang="en-US" sz="3400" dirty="0">
                <a:solidFill>
                  <a:schemeClr val="bg1">
                    <a:lumMod val="85000"/>
                  </a:schemeClr>
                </a:solidFill>
                <a:latin typeface="Baskerville Old Face" panose="02020602080505020303" pitchFamily="18" charset="0"/>
              </a:rPr>
              <a:t>Key Test-Stats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D5A5ABD-DCA7-7A96-E108-85661D3855EA}"/>
              </a:ext>
            </a:extLst>
          </p:cNvPr>
          <p:cNvSpPr txBox="1">
            <a:spLocks/>
          </p:cNvSpPr>
          <p:nvPr/>
        </p:nvSpPr>
        <p:spPr>
          <a:xfrm>
            <a:off x="327727" y="2104539"/>
            <a:ext cx="7499101" cy="35912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>
                <a:latin typeface="Baskerville Old Face" panose="02020602080505020303" pitchFamily="18" charset="0"/>
              </a:rPr>
              <a:t>Registrations Paging (For 1000 Pages)</a:t>
            </a:r>
          </a:p>
          <a:p>
            <a:pPr lvl="1"/>
            <a:r>
              <a:rPr lang="en-US" sz="2000" dirty="0">
                <a:latin typeface="Baskerville Old Face" panose="02020602080505020303" pitchFamily="18" charset="0"/>
              </a:rPr>
              <a:t>Page 1: 113 </a:t>
            </a:r>
            <a:r>
              <a:rPr lang="en-US" sz="2000" dirty="0" err="1">
                <a:latin typeface="Baskerville Old Face" panose="02020602080505020303" pitchFamily="18" charset="0"/>
              </a:rPr>
              <a:t>ms</a:t>
            </a:r>
            <a:endParaRPr lang="en-US" sz="2000" dirty="0">
              <a:latin typeface="Baskerville Old Face" panose="02020602080505020303" pitchFamily="18" charset="0"/>
            </a:endParaRPr>
          </a:p>
          <a:p>
            <a:pPr lvl="1"/>
            <a:r>
              <a:rPr lang="en-US" sz="2000" dirty="0">
                <a:latin typeface="Baskerville Old Face" panose="02020602080505020303" pitchFamily="18" charset="0"/>
              </a:rPr>
              <a:t>Page 100: 107 </a:t>
            </a:r>
            <a:r>
              <a:rPr lang="en-US" sz="2000" dirty="0" err="1">
                <a:latin typeface="Baskerville Old Face" panose="02020602080505020303" pitchFamily="18" charset="0"/>
              </a:rPr>
              <a:t>ms</a:t>
            </a:r>
            <a:endParaRPr lang="en-US" sz="2000" dirty="0">
              <a:latin typeface="Baskerville Old Face" panose="02020602080505020303" pitchFamily="18" charset="0"/>
            </a:endParaRPr>
          </a:p>
          <a:p>
            <a:pPr lvl="1"/>
            <a:r>
              <a:rPr lang="en-US" sz="2000" dirty="0">
                <a:latin typeface="Baskerville Old Face" panose="02020602080505020303" pitchFamily="18" charset="0"/>
              </a:rPr>
              <a:t>Page 500: 85 </a:t>
            </a:r>
            <a:r>
              <a:rPr lang="en-US" sz="2000" dirty="0" err="1">
                <a:latin typeface="Baskerville Old Face" panose="02020602080505020303" pitchFamily="18" charset="0"/>
              </a:rPr>
              <a:t>ms</a:t>
            </a:r>
            <a:endParaRPr lang="en-US" sz="2000" dirty="0">
              <a:latin typeface="Baskerville Old Face" panose="02020602080505020303" pitchFamily="18" charset="0"/>
            </a:endParaRPr>
          </a:p>
          <a:p>
            <a:pPr lvl="1"/>
            <a:r>
              <a:rPr lang="en-US" sz="2000" dirty="0">
                <a:latin typeface="Baskerville Old Face" panose="02020602080505020303" pitchFamily="18" charset="0"/>
              </a:rPr>
              <a:t>Page 1000: 124 </a:t>
            </a:r>
            <a:r>
              <a:rPr lang="en-US" sz="2000" dirty="0" err="1">
                <a:latin typeface="Baskerville Old Face" panose="02020602080505020303" pitchFamily="18" charset="0"/>
              </a:rPr>
              <a:t>ms</a:t>
            </a:r>
            <a:endParaRPr lang="en-US" sz="2000" dirty="0">
              <a:latin typeface="Baskerville Old Face" panose="02020602080505020303" pitchFamily="18" charset="0"/>
            </a:endParaRPr>
          </a:p>
          <a:p>
            <a:pPr lvl="1"/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sz="2200" dirty="0">
                <a:latin typeface="Baskerville Old Face" panose="02020602080505020303" pitchFamily="18" charset="0"/>
              </a:rPr>
              <a:t>Export as CSV (100K Registration Records)</a:t>
            </a:r>
          </a:p>
          <a:p>
            <a:pPr lvl="1"/>
            <a:r>
              <a:rPr lang="en-US" sz="2000" dirty="0">
                <a:latin typeface="Baskerville Old Face" panose="02020602080505020303" pitchFamily="18" charset="0"/>
              </a:rPr>
              <a:t>Streaming: 21.5 MB (</a:t>
            </a:r>
            <a:r>
              <a:rPr lang="en-US" sz="2000" dirty="0">
                <a:solidFill>
                  <a:srgbClr val="00B050"/>
                </a:solidFill>
                <a:latin typeface="Baskerville Old Face" panose="02020602080505020303" pitchFamily="18" charset="0"/>
              </a:rPr>
              <a:t>90%  less</a:t>
            </a:r>
            <a:r>
              <a:rPr lang="en-US" sz="2000" dirty="0">
                <a:latin typeface="Baskerville Old Face" panose="02020602080505020303" pitchFamily="18" charset="0"/>
              </a:rPr>
              <a:t>)</a:t>
            </a:r>
          </a:p>
          <a:p>
            <a:pPr lvl="1"/>
            <a:r>
              <a:rPr lang="en-US" sz="2000" dirty="0">
                <a:latin typeface="Baskerville Old Face" panose="02020602080505020303" pitchFamily="18" charset="0"/>
              </a:rPr>
              <a:t>Buffered: ca. 200 MB (Theoretical)</a:t>
            </a:r>
          </a:p>
          <a:p>
            <a:endParaRPr lang="en-US" sz="2400" dirty="0">
              <a:latin typeface="Baskerville Old Face" panose="02020602080505020303" pitchFamily="18" charset="0"/>
            </a:endParaRPr>
          </a:p>
          <a:p>
            <a:endParaRPr lang="en-US" sz="2400" dirty="0">
              <a:latin typeface="Baskerville Old Face" panose="02020602080505020303" pitchFamily="18" charset="0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F12C7D36-2BCD-FFC5-D0AD-9A43E2CF49DD}"/>
              </a:ext>
            </a:extLst>
          </p:cNvPr>
          <p:cNvSpPr/>
          <p:nvPr/>
        </p:nvSpPr>
        <p:spPr>
          <a:xfrm>
            <a:off x="3265713" y="2471054"/>
            <a:ext cx="631371" cy="1306286"/>
          </a:xfrm>
          <a:prstGeom prst="rightBrace">
            <a:avLst/>
          </a:prstGeom>
          <a:ln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040B2C-0AAF-68A3-7587-1C343FF97054}"/>
              </a:ext>
            </a:extLst>
          </p:cNvPr>
          <p:cNvSpPr txBox="1"/>
          <p:nvPr/>
        </p:nvSpPr>
        <p:spPr>
          <a:xfrm>
            <a:off x="3929743" y="2907264"/>
            <a:ext cx="32704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>
                <a:solidFill>
                  <a:srgbClr val="00B050"/>
                </a:solidFill>
                <a:latin typeface="Baskerville Old Face" panose="02020602080505020303" pitchFamily="18" charset="0"/>
              </a:rPr>
              <a:t>Almost Constant Performance</a:t>
            </a:r>
            <a:endParaRPr lang="en-US" sz="2000" b="1" dirty="0">
              <a:solidFill>
                <a:srgbClr val="00B050"/>
              </a:solidFill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141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B67B6C-973C-C5F3-3BDE-B802A40F1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CB9466B-1414-1B3E-AC41-06F50A76D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3156857"/>
            <a:ext cx="6714699" cy="8408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bg2">
                    <a:lumMod val="75000"/>
                  </a:schemeClr>
                </a:solidFill>
                <a:latin typeface="Baskerville Old Face" panose="02020602080505020303" pitchFamily="18" charset="0"/>
              </a:rPr>
              <a:t>Questions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765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DE4740-7B51-6C93-DFF3-143E755C6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52F870-C91F-B7E1-1A51-DB41BEB09BBD}"/>
              </a:ext>
            </a:extLst>
          </p:cNvPr>
          <p:cNvSpPr txBox="1"/>
          <p:nvPr/>
        </p:nvSpPr>
        <p:spPr>
          <a:xfrm>
            <a:off x="4162567" y="3135086"/>
            <a:ext cx="6714699" cy="8625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 dirty="0">
                <a:solidFill>
                  <a:schemeClr val="bg2">
                    <a:lumMod val="75000"/>
                  </a:schemeClr>
                </a:solidFill>
                <a:latin typeface="Baskerville Old Face" panose="02020602080505020303" pitchFamily="18" charset="0"/>
                <a:ea typeface="+mj-ea"/>
                <a:cs typeface="+mj-cs"/>
              </a:rPr>
              <a:t>Thank You!!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485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</TotalTime>
  <Words>249</Words>
  <Application>Microsoft Office PowerPoint</Application>
  <PresentationFormat>Widescreen</PresentationFormat>
  <Paragraphs>66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Baskerville Old Face</vt:lpstr>
      <vt:lpstr>Office Theme</vt:lpstr>
      <vt:lpstr>PowerPoint Presentation</vt:lpstr>
      <vt:lpstr>Introduction</vt:lpstr>
      <vt:lpstr> N-Tier Architecture </vt:lpstr>
      <vt:lpstr>Security Features</vt:lpstr>
      <vt:lpstr>Performance Optimizations</vt:lpstr>
      <vt:lpstr>Key Features</vt:lpstr>
      <vt:lpstr>Key Test-Stats</vt:lpstr>
      <vt:lpstr>Questions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Arshad Hussein</dc:creator>
  <cp:lastModifiedBy>Arshad Hussein</cp:lastModifiedBy>
  <cp:revision>37</cp:revision>
  <dcterms:created xsi:type="dcterms:W3CDTF">2026-02-16T00:22:14Z</dcterms:created>
  <dcterms:modified xsi:type="dcterms:W3CDTF">2026-02-16T09:31:14Z</dcterms:modified>
</cp:coreProperties>
</file>